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0" r:id="rId4"/>
    <p:sldId id="270" r:id="rId5"/>
    <p:sldId id="271" r:id="rId6"/>
    <p:sldId id="272" r:id="rId7"/>
    <p:sldId id="285" r:id="rId8"/>
    <p:sldId id="286" r:id="rId9"/>
    <p:sldId id="287" r:id="rId10"/>
    <p:sldId id="288" r:id="rId11"/>
    <p:sldId id="273" r:id="rId12"/>
    <p:sldId id="274" r:id="rId13"/>
    <p:sldId id="275" r:id="rId14"/>
    <p:sldId id="280" r:id="rId15"/>
    <p:sldId id="279" r:id="rId16"/>
    <p:sldId id="278" r:id="rId17"/>
    <p:sldId id="277" r:id="rId18"/>
    <p:sldId id="276" r:id="rId19"/>
    <p:sldId id="281" r:id="rId20"/>
    <p:sldId id="283" r:id="rId21"/>
    <p:sldId id="282" r:id="rId22"/>
    <p:sldId id="289" r:id="rId23"/>
    <p:sldId id="291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5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866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87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563004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5990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319863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1240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5000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3803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4458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7483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6529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1DA37-F19C-4CBF-B1E1-15CC0BC001A8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2A8FD-E1EC-490E-8FAA-017B79A2E0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649548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Лабораторная работа 5</a:t>
            </a:r>
            <a:br>
              <a:rPr lang="ru-RU" dirty="0" smtClean="0"/>
            </a:br>
            <a:r>
              <a:rPr lang="ru-RU" dirty="0" smtClean="0"/>
              <a:t>«Список товаров с фильтрами»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Здесь работа с </a:t>
            </a:r>
            <a:r>
              <a:rPr lang="ru-RU" dirty="0" err="1" smtClean="0"/>
              <a:t>useEffect</a:t>
            </a:r>
            <a:r>
              <a:rPr lang="ru-RU" dirty="0" smtClean="0"/>
              <a:t>, и состояния, и </a:t>
            </a:r>
            <a:r>
              <a:rPr lang="ru-RU" dirty="0" err="1" smtClean="0"/>
              <a:t>валидация</a:t>
            </a:r>
            <a:r>
              <a:rPr lang="ru-RU" dirty="0" smtClean="0"/>
              <a:t>/обработка ошибок, и аккуратная работа с URI/запросами, и понятная структура 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57658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лабораторной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Реализовать страницу «Каталог товаров» со следующими функциями:</a:t>
            </a:r>
          </a:p>
          <a:p>
            <a:pPr marL="0" indent="0">
              <a:buNone/>
            </a:pPr>
            <a:r>
              <a:rPr lang="ru-RU" dirty="0" smtClean="0"/>
              <a:t>•	Загрузка списка товаров через асинхронный запрос (</a:t>
            </a:r>
            <a:r>
              <a:rPr lang="ru-RU" dirty="0" err="1" smtClean="0"/>
              <a:t>fetch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r>
              <a:rPr lang="ru-RU" dirty="0" smtClean="0"/>
              <a:t>•	Фильтры: категория и диапазон цены.</a:t>
            </a:r>
          </a:p>
          <a:p>
            <a:pPr marL="0" indent="0">
              <a:buNone/>
            </a:pPr>
            <a:r>
              <a:rPr lang="ru-RU" dirty="0" smtClean="0"/>
              <a:t>•	Фильтрация на клиенте (после загрузки данных).</a:t>
            </a:r>
          </a:p>
          <a:p>
            <a:pPr marL="0" indent="0">
              <a:buNone/>
            </a:pPr>
            <a:r>
              <a:rPr lang="ru-RU" dirty="0" smtClean="0"/>
              <a:t>•	Состояния: загрузка, ошибка, список товаров, фильтры.</a:t>
            </a:r>
          </a:p>
          <a:p>
            <a:pPr marL="0" indent="0">
              <a:buNone/>
            </a:pPr>
            <a:r>
              <a:rPr lang="ru-RU" dirty="0" smtClean="0"/>
              <a:t>•	Отмена запроса при размонтировании (</a:t>
            </a:r>
            <a:r>
              <a:rPr lang="ru-RU" dirty="0" err="1" smtClean="0"/>
              <a:t>AbortController</a:t>
            </a:r>
            <a:r>
              <a:rPr lang="ru-RU" dirty="0" smtClean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973357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673" y="0"/>
            <a:ext cx="11877604" cy="6677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Подготовка проекта (</a:t>
            </a:r>
            <a:r>
              <a:rPr lang="ru-RU" b="1" dirty="0" err="1" smtClean="0"/>
              <a:t>Vite</a:t>
            </a:r>
            <a:r>
              <a:rPr lang="ru-RU" b="1" dirty="0" smtClean="0"/>
              <a:t>)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create </a:t>
            </a:r>
            <a:r>
              <a:rPr lang="en-US" dirty="0" err="1"/>
              <a:t>vite@latest</a:t>
            </a:r>
            <a:r>
              <a:rPr lang="en-US" dirty="0"/>
              <a:t> my-catalog -- --template react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cd my-catalog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install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run dev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Структура файлов будет такой (создай папки и файлы вручную):</a:t>
            </a:r>
          </a:p>
          <a:p>
            <a:pPr marL="0" indent="0">
              <a:buNone/>
            </a:pPr>
            <a:r>
              <a:rPr lang="ru-RU" dirty="0" err="1" smtClean="0"/>
              <a:t>src</a:t>
            </a:r>
            <a:r>
              <a:rPr lang="ru-RU" dirty="0"/>
              <a:t>/</a:t>
            </a:r>
          </a:p>
          <a:p>
            <a:pPr marL="0" indent="0">
              <a:buNone/>
            </a:pPr>
            <a:r>
              <a:rPr lang="ru-RU" dirty="0"/>
              <a:t>├── </a:t>
            </a:r>
            <a:r>
              <a:rPr lang="ru-RU" dirty="0" err="1"/>
              <a:t>App.jsx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├── </a:t>
            </a:r>
            <a:r>
              <a:rPr lang="ru-RU" dirty="0" err="1"/>
              <a:t>main.jsx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└── </a:t>
            </a:r>
            <a:r>
              <a:rPr lang="ru-RU" dirty="0" err="1"/>
              <a:t>components</a:t>
            </a:r>
            <a:r>
              <a:rPr lang="ru-RU" dirty="0"/>
              <a:t>/</a:t>
            </a:r>
          </a:p>
          <a:p>
            <a:pPr marL="0" indent="0">
              <a:buNone/>
            </a:pPr>
            <a:r>
              <a:rPr lang="ru-RU" dirty="0"/>
              <a:t>    ├── </a:t>
            </a:r>
            <a:r>
              <a:rPr lang="ru-RU" dirty="0" err="1"/>
              <a:t>ProductList.jsx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├── </a:t>
            </a:r>
            <a:r>
              <a:rPr lang="ru-RU" dirty="0" err="1"/>
              <a:t>ProductCard.jsx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└── </a:t>
            </a:r>
            <a:r>
              <a:rPr lang="ru-RU" dirty="0" err="1"/>
              <a:t>Filters.jsx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54169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1. </a:t>
            </a:r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Filters.jsx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295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 smtClean="0"/>
              <a:t>Компонент </a:t>
            </a:r>
            <a:r>
              <a:rPr lang="ru-RU" dirty="0"/>
              <a:t>фильтров</a:t>
            </a:r>
            <a:r>
              <a:rPr lang="en-US" dirty="0"/>
              <a:t>. </a:t>
            </a:r>
            <a:r>
              <a:rPr lang="ru-RU" dirty="0"/>
              <a:t>Он </a:t>
            </a:r>
            <a:r>
              <a:rPr lang="ru-RU" b="1" dirty="0"/>
              <a:t>не хранит своё состояние долго</a:t>
            </a:r>
            <a:r>
              <a:rPr lang="ru-RU" dirty="0"/>
              <a:t>, а сразу отдаёт родителю новые значения. Это классический паттерн «контролируемые компоненты</a:t>
            </a:r>
            <a:r>
              <a:rPr lang="ru-RU" dirty="0" smtClean="0"/>
              <a:t>».</a:t>
            </a:r>
          </a:p>
          <a:p>
            <a:pPr>
              <a:buNone/>
            </a:pPr>
            <a:r>
              <a:rPr lang="en-US" dirty="0" smtClean="0"/>
              <a:t>import React from 'react';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 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export function Filters({ </a:t>
            </a:r>
            <a:r>
              <a:rPr lang="en-US" dirty="0" err="1" smtClean="0"/>
              <a:t>onFilterChange</a:t>
            </a:r>
            <a:r>
              <a:rPr lang="en-US" dirty="0" smtClean="0"/>
              <a:t>, </a:t>
            </a:r>
            <a:r>
              <a:rPr lang="en-US" dirty="0" err="1" smtClean="0"/>
              <a:t>initialFilters</a:t>
            </a:r>
            <a:r>
              <a:rPr lang="en-US" dirty="0" smtClean="0"/>
              <a:t> })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const [</a:t>
            </a:r>
            <a:r>
              <a:rPr lang="en-US" dirty="0" err="1" smtClean="0"/>
              <a:t>localCategory</a:t>
            </a:r>
            <a:r>
              <a:rPr lang="en-US" dirty="0" smtClean="0"/>
              <a:t>, </a:t>
            </a:r>
            <a:r>
              <a:rPr lang="en-US" dirty="0" err="1" smtClean="0"/>
              <a:t>setLocalCategory</a:t>
            </a:r>
            <a:r>
              <a:rPr lang="en-US" dirty="0" smtClean="0"/>
              <a:t>] = </a:t>
            </a:r>
            <a:r>
              <a:rPr lang="en-US" dirty="0" err="1" smtClean="0"/>
              <a:t>React.useState</a:t>
            </a:r>
            <a:r>
              <a:rPr lang="en-US" dirty="0" smtClean="0"/>
              <a:t>(</a:t>
            </a:r>
            <a:r>
              <a:rPr lang="en-US" dirty="0" err="1" smtClean="0"/>
              <a:t>initialFilters.category</a:t>
            </a:r>
            <a:r>
              <a:rPr lang="en-US" dirty="0" smtClean="0"/>
              <a:t> || '');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const [</a:t>
            </a:r>
            <a:r>
              <a:rPr lang="en-US" dirty="0" err="1" smtClean="0"/>
              <a:t>localMinPrice</a:t>
            </a:r>
            <a:r>
              <a:rPr lang="en-US" dirty="0" smtClean="0"/>
              <a:t>, </a:t>
            </a:r>
            <a:r>
              <a:rPr lang="en-US" dirty="0" err="1" smtClean="0"/>
              <a:t>setLocalMinPrice</a:t>
            </a:r>
            <a:r>
              <a:rPr lang="en-US" dirty="0" smtClean="0"/>
              <a:t>] = </a:t>
            </a:r>
            <a:r>
              <a:rPr lang="en-US" dirty="0" err="1" smtClean="0"/>
              <a:t>React.useState</a:t>
            </a:r>
            <a:r>
              <a:rPr lang="en-US" dirty="0" smtClean="0"/>
              <a:t>(String(</a:t>
            </a:r>
            <a:r>
              <a:rPr lang="en-US" dirty="0" err="1" smtClean="0"/>
              <a:t>initialFilters.minPrice</a:t>
            </a:r>
            <a:r>
              <a:rPr lang="en-US" dirty="0" smtClean="0"/>
              <a:t> || ''));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const [</a:t>
            </a:r>
            <a:r>
              <a:rPr lang="en-US" dirty="0" err="1" smtClean="0"/>
              <a:t>localMaxPrice</a:t>
            </a:r>
            <a:r>
              <a:rPr lang="en-US" dirty="0" smtClean="0"/>
              <a:t>, </a:t>
            </a:r>
            <a:r>
              <a:rPr lang="en-US" dirty="0" err="1" smtClean="0"/>
              <a:t>setLocalMaxPrice</a:t>
            </a:r>
            <a:r>
              <a:rPr lang="en-US" dirty="0" smtClean="0"/>
              <a:t>] = </a:t>
            </a:r>
            <a:r>
              <a:rPr lang="en-US" dirty="0" err="1" smtClean="0"/>
              <a:t>React.useState</a:t>
            </a:r>
            <a:r>
              <a:rPr lang="en-US" dirty="0" smtClean="0"/>
              <a:t>(String(</a:t>
            </a:r>
            <a:r>
              <a:rPr lang="en-US" dirty="0" err="1" smtClean="0"/>
              <a:t>initialFilters.maxPrice</a:t>
            </a:r>
            <a:r>
              <a:rPr lang="en-US" dirty="0" smtClean="0"/>
              <a:t> || ''));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 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// </a:t>
            </a:r>
            <a:r>
              <a:rPr lang="ru-RU" dirty="0" smtClean="0"/>
              <a:t>Ошибки </a:t>
            </a:r>
            <a:r>
              <a:rPr lang="ru-RU" dirty="0" err="1" smtClean="0"/>
              <a:t>валидации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const [errors, </a:t>
            </a:r>
            <a:r>
              <a:rPr lang="en-US" dirty="0" err="1" smtClean="0"/>
              <a:t>setErrors</a:t>
            </a:r>
            <a:r>
              <a:rPr lang="en-US" dirty="0" smtClean="0"/>
              <a:t>] = </a:t>
            </a:r>
            <a:r>
              <a:rPr lang="en-US" dirty="0" err="1" smtClean="0"/>
              <a:t>React.useState</a:t>
            </a:r>
            <a:r>
              <a:rPr lang="en-US" dirty="0" smtClean="0"/>
              <a:t>({});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 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const validate = () =&gt; {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const errs = {};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const min = </a:t>
            </a:r>
            <a:r>
              <a:rPr lang="en-US" dirty="0" err="1" smtClean="0"/>
              <a:t>localMinPrice</a:t>
            </a:r>
            <a:r>
              <a:rPr lang="en-US" dirty="0" smtClean="0"/>
              <a:t> ? Number(</a:t>
            </a:r>
            <a:r>
              <a:rPr lang="en-US" dirty="0" err="1" smtClean="0"/>
              <a:t>localMinPrice</a:t>
            </a:r>
            <a:r>
              <a:rPr lang="en-US" dirty="0" smtClean="0"/>
              <a:t>) : undefined;</a:t>
            </a:r>
            <a:endParaRPr lang="ru-RU" dirty="0" smtClean="0"/>
          </a:p>
          <a:p>
            <a:pPr>
              <a:buNone/>
            </a:pPr>
            <a:r>
              <a:rPr lang="en-US" dirty="0" smtClean="0"/>
              <a:t>    const max = </a:t>
            </a:r>
            <a:r>
              <a:rPr lang="en-US" dirty="0" err="1" smtClean="0"/>
              <a:t>localMaxPrice</a:t>
            </a:r>
            <a:r>
              <a:rPr lang="en-US" dirty="0" smtClean="0"/>
              <a:t> ? </a:t>
            </a:r>
            <a:r>
              <a:rPr lang="ru-RU" dirty="0" err="1" smtClean="0"/>
              <a:t>Number</a:t>
            </a:r>
            <a:r>
              <a:rPr lang="ru-RU" dirty="0" smtClean="0"/>
              <a:t>(</a:t>
            </a:r>
            <a:r>
              <a:rPr lang="ru-RU" dirty="0" err="1" smtClean="0"/>
              <a:t>localMaxPrice</a:t>
            </a:r>
            <a:r>
              <a:rPr lang="ru-RU" dirty="0" smtClean="0"/>
              <a:t>) : </a:t>
            </a:r>
            <a:r>
              <a:rPr lang="ru-RU" dirty="0" err="1" smtClean="0"/>
              <a:t>undefined</a:t>
            </a:r>
            <a:r>
              <a:rPr lang="ru-RU" dirty="0" smtClean="0"/>
              <a:t>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86009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Filters.jsx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2582" y="1690688"/>
            <a:ext cx="4874703" cy="4995338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600"/>
              </a:spcBef>
              <a:buNone/>
            </a:pPr>
            <a:r>
              <a:rPr lang="en-US" dirty="0"/>
              <a:t> </a:t>
            </a:r>
            <a:r>
              <a:rPr lang="ru-RU" dirty="0" smtClean="0"/>
              <a:t>// Проверка на отрицательные значения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</a:t>
            </a:r>
            <a:r>
              <a:rPr lang="ru-RU" dirty="0" err="1" smtClean="0"/>
              <a:t>if</a:t>
            </a:r>
            <a:r>
              <a:rPr lang="ru-RU" dirty="0" smtClean="0"/>
              <a:t> (</a:t>
            </a:r>
            <a:r>
              <a:rPr lang="ru-RU" dirty="0" err="1" smtClean="0"/>
              <a:t>min</a:t>
            </a:r>
            <a:r>
              <a:rPr lang="ru-RU" dirty="0" smtClean="0"/>
              <a:t> !== </a:t>
            </a:r>
            <a:r>
              <a:rPr lang="ru-RU" dirty="0" err="1" smtClean="0"/>
              <a:t>undefined</a:t>
            </a:r>
            <a:r>
              <a:rPr lang="ru-RU" dirty="0" smtClean="0"/>
              <a:t> &amp;&amp; </a:t>
            </a:r>
            <a:r>
              <a:rPr lang="ru-RU" dirty="0" err="1" smtClean="0"/>
              <a:t>min</a:t>
            </a:r>
            <a:r>
              <a:rPr lang="ru-RU" dirty="0" smtClean="0"/>
              <a:t> &lt; 0) {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  </a:t>
            </a:r>
            <a:r>
              <a:rPr lang="ru-RU" dirty="0" err="1" smtClean="0"/>
              <a:t>errs.min</a:t>
            </a:r>
            <a:r>
              <a:rPr lang="ru-RU" dirty="0" smtClean="0"/>
              <a:t> = 'Цена не может быть отрицательной';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}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</a:t>
            </a:r>
            <a:r>
              <a:rPr lang="ru-RU" dirty="0" err="1" smtClean="0"/>
              <a:t>if</a:t>
            </a:r>
            <a:r>
              <a:rPr lang="ru-RU" dirty="0" smtClean="0"/>
              <a:t> (</a:t>
            </a:r>
            <a:r>
              <a:rPr lang="ru-RU" dirty="0" err="1" smtClean="0"/>
              <a:t>max</a:t>
            </a:r>
            <a:r>
              <a:rPr lang="ru-RU" dirty="0" smtClean="0"/>
              <a:t> !== </a:t>
            </a:r>
            <a:r>
              <a:rPr lang="ru-RU" dirty="0" err="1" smtClean="0"/>
              <a:t>undefined</a:t>
            </a:r>
            <a:r>
              <a:rPr lang="ru-RU" dirty="0" smtClean="0"/>
              <a:t> &amp;&amp; </a:t>
            </a:r>
            <a:r>
              <a:rPr lang="ru-RU" dirty="0" err="1" smtClean="0"/>
              <a:t>max</a:t>
            </a:r>
            <a:r>
              <a:rPr lang="ru-RU" dirty="0" smtClean="0"/>
              <a:t> &lt; 0) {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  </a:t>
            </a:r>
            <a:r>
              <a:rPr lang="ru-RU" dirty="0" err="1" smtClean="0"/>
              <a:t>errs.max</a:t>
            </a:r>
            <a:r>
              <a:rPr lang="ru-RU" dirty="0" smtClean="0"/>
              <a:t> = 'Цена не может быть отрицательной';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}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// Проверка диапазона: только если оба поля заполнены и оба </a:t>
            </a:r>
            <a:r>
              <a:rPr lang="ru-RU" dirty="0" err="1" smtClean="0"/>
              <a:t>валидны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</a:t>
            </a:r>
            <a:r>
              <a:rPr lang="en-US" dirty="0" smtClean="0"/>
              <a:t>if (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min !== undefined &amp;&amp; max !== undefined &amp;&amp;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</a:t>
            </a:r>
            <a:r>
              <a:rPr lang="ru-RU" dirty="0" err="1" smtClean="0"/>
              <a:t>min</a:t>
            </a:r>
            <a:r>
              <a:rPr lang="ru-RU" dirty="0" smtClean="0"/>
              <a:t> &gt;= 0 &amp;&amp; </a:t>
            </a:r>
            <a:r>
              <a:rPr lang="ru-RU" dirty="0" err="1" smtClean="0"/>
              <a:t>max</a:t>
            </a:r>
            <a:r>
              <a:rPr lang="ru-RU" dirty="0" smtClean="0"/>
              <a:t> &gt;= 0 &amp;&amp;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  </a:t>
            </a:r>
            <a:r>
              <a:rPr lang="ru-RU" dirty="0" err="1" smtClean="0"/>
              <a:t>min</a:t>
            </a:r>
            <a:r>
              <a:rPr lang="ru-RU" dirty="0" smtClean="0"/>
              <a:t> &gt; </a:t>
            </a:r>
            <a:r>
              <a:rPr lang="ru-RU" dirty="0" err="1" smtClean="0"/>
              <a:t>max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) {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  </a:t>
            </a:r>
            <a:r>
              <a:rPr lang="ru-RU" dirty="0" err="1" smtClean="0"/>
              <a:t>errs.min</a:t>
            </a:r>
            <a:r>
              <a:rPr lang="ru-RU" dirty="0" smtClean="0"/>
              <a:t> = 'Цена «от» не может быть больше цены «до»';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  </a:t>
            </a:r>
            <a:r>
              <a:rPr lang="ru-RU" dirty="0" err="1" smtClean="0"/>
              <a:t>errs.max</a:t>
            </a:r>
            <a:r>
              <a:rPr lang="ru-RU" dirty="0" smtClean="0"/>
              <a:t> = 'Цена «до» не может быть меньше цены «от»';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  </a:t>
            </a:r>
            <a:r>
              <a:rPr lang="en-US" dirty="0" smtClean="0"/>
              <a:t>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return errs;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};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081949" y="1502688"/>
            <a:ext cx="756686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const </a:t>
            </a:r>
            <a:r>
              <a:rPr lang="en-US" dirty="0" err="1" smtClean="0"/>
              <a:t>handleApply</a:t>
            </a:r>
            <a:r>
              <a:rPr lang="en-US" dirty="0" smtClean="0"/>
              <a:t> = () =&gt; {</a:t>
            </a:r>
            <a:endParaRPr lang="ru-RU" dirty="0" smtClean="0"/>
          </a:p>
          <a:p>
            <a:r>
              <a:rPr lang="en-US" dirty="0" smtClean="0"/>
              <a:t>    const errs = validate();</a:t>
            </a:r>
            <a:endParaRPr lang="ru-RU" dirty="0" smtClean="0"/>
          </a:p>
          <a:p>
            <a:r>
              <a:rPr lang="en-US" dirty="0" smtClean="0"/>
              <a:t>    </a:t>
            </a:r>
            <a:r>
              <a:rPr lang="ru-RU" dirty="0" err="1" smtClean="0"/>
              <a:t>setErrors</a:t>
            </a:r>
            <a:r>
              <a:rPr lang="ru-RU" dirty="0" smtClean="0"/>
              <a:t>(</a:t>
            </a:r>
            <a:r>
              <a:rPr lang="ru-RU" dirty="0" err="1" smtClean="0"/>
              <a:t>errs</a:t>
            </a:r>
            <a:r>
              <a:rPr lang="ru-RU" dirty="0" smtClean="0"/>
              <a:t>);</a:t>
            </a:r>
          </a:p>
          <a:p>
            <a:r>
              <a:rPr lang="ru-RU" dirty="0" smtClean="0"/>
              <a:t>     // Если есть ошибки — не отправляем фильтры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if (</a:t>
            </a:r>
            <a:r>
              <a:rPr lang="en-US" dirty="0" err="1" smtClean="0"/>
              <a:t>Object.keys</a:t>
            </a:r>
            <a:r>
              <a:rPr lang="en-US" dirty="0" smtClean="0"/>
              <a:t>(errs).length &gt; 0) return;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onFilterChange</a:t>
            </a:r>
            <a:r>
              <a:rPr lang="en-US" dirty="0" smtClean="0"/>
              <a:t>({</a:t>
            </a:r>
            <a:endParaRPr lang="ru-RU" dirty="0" smtClean="0"/>
          </a:p>
          <a:p>
            <a:r>
              <a:rPr lang="en-US" dirty="0" smtClean="0"/>
              <a:t>      category: </a:t>
            </a:r>
            <a:r>
              <a:rPr lang="en-US" dirty="0" err="1" smtClean="0"/>
              <a:t>localCategory</a:t>
            </a:r>
            <a:r>
              <a:rPr lang="en-US" dirty="0" smtClean="0"/>
              <a:t> === '' ? undefined : </a:t>
            </a:r>
            <a:r>
              <a:rPr lang="en-US" dirty="0" err="1" smtClean="0"/>
              <a:t>localCategory</a:t>
            </a:r>
            <a:r>
              <a:rPr lang="en-US" dirty="0" smtClean="0"/>
              <a:t>,</a:t>
            </a:r>
            <a:endParaRPr lang="ru-RU" dirty="0" smtClean="0"/>
          </a:p>
          <a:p>
            <a:r>
              <a:rPr lang="en-US" dirty="0" smtClean="0"/>
              <a:t>      </a:t>
            </a:r>
            <a:r>
              <a:rPr lang="en-US" dirty="0" err="1" smtClean="0"/>
              <a:t>minPrice</a:t>
            </a:r>
            <a:r>
              <a:rPr lang="en-US" dirty="0" smtClean="0"/>
              <a:t>: </a:t>
            </a:r>
            <a:r>
              <a:rPr lang="en-US" dirty="0" err="1" smtClean="0"/>
              <a:t>localMinPrice</a:t>
            </a:r>
            <a:r>
              <a:rPr lang="en-US" dirty="0" smtClean="0"/>
              <a:t> ? Number(</a:t>
            </a:r>
            <a:r>
              <a:rPr lang="en-US" dirty="0" err="1" smtClean="0"/>
              <a:t>localMinPrice</a:t>
            </a:r>
            <a:r>
              <a:rPr lang="en-US" dirty="0" smtClean="0"/>
              <a:t>) : undefined,</a:t>
            </a:r>
            <a:endParaRPr lang="ru-RU" dirty="0" smtClean="0"/>
          </a:p>
          <a:p>
            <a:r>
              <a:rPr lang="en-US" dirty="0" smtClean="0"/>
              <a:t>      </a:t>
            </a:r>
            <a:r>
              <a:rPr lang="en-US" dirty="0" err="1" smtClean="0"/>
              <a:t>maxPrice</a:t>
            </a:r>
            <a:r>
              <a:rPr lang="en-US" dirty="0" smtClean="0"/>
              <a:t>: </a:t>
            </a:r>
            <a:r>
              <a:rPr lang="en-US" dirty="0" err="1" smtClean="0"/>
              <a:t>localMaxPrice</a:t>
            </a:r>
            <a:r>
              <a:rPr lang="en-US" dirty="0" smtClean="0"/>
              <a:t> ? Number(</a:t>
            </a:r>
            <a:r>
              <a:rPr lang="en-US" dirty="0" err="1" smtClean="0"/>
              <a:t>localMaxPrice</a:t>
            </a:r>
            <a:r>
              <a:rPr lang="en-US" dirty="0" smtClean="0"/>
              <a:t>) : undefined,</a:t>
            </a:r>
            <a:endParaRPr lang="ru-RU" dirty="0" smtClean="0"/>
          </a:p>
          <a:p>
            <a:r>
              <a:rPr lang="en-US" dirty="0" smtClean="0"/>
              <a:t>    </a:t>
            </a:r>
            <a:r>
              <a:rPr lang="ru-RU" dirty="0" smtClean="0"/>
              <a:t>});</a:t>
            </a:r>
          </a:p>
          <a:p>
            <a:r>
              <a:rPr lang="ru-RU" dirty="0" smtClean="0"/>
              <a:t>  };</a:t>
            </a:r>
          </a:p>
          <a:p>
            <a:r>
              <a:rPr lang="ru-RU" dirty="0" smtClean="0"/>
              <a:t>   // Сбрасываем ошибку поля при ручном изменении,</a:t>
            </a:r>
          </a:p>
          <a:p>
            <a:r>
              <a:rPr lang="ru-RU" dirty="0" smtClean="0"/>
              <a:t>  // чтобы она не висела после того, как пользователь начал исправлять значение</a:t>
            </a:r>
          </a:p>
          <a:p>
            <a:r>
              <a:rPr lang="ru-RU" dirty="0" smtClean="0"/>
              <a:t>  </a:t>
            </a:r>
            <a:r>
              <a:rPr lang="en-US" dirty="0" smtClean="0"/>
              <a:t>const </a:t>
            </a:r>
            <a:r>
              <a:rPr lang="en-US" dirty="0" err="1" smtClean="0"/>
              <a:t>handleMinChange</a:t>
            </a:r>
            <a:r>
              <a:rPr lang="en-US" dirty="0" smtClean="0"/>
              <a:t> = (e) =&gt; {</a:t>
            </a:r>
            <a:endParaRPr lang="ru-RU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setLocalMinPrice</a:t>
            </a:r>
            <a:r>
              <a:rPr lang="en-US" dirty="0" smtClean="0"/>
              <a:t>(</a:t>
            </a:r>
            <a:r>
              <a:rPr lang="en-US" dirty="0" err="1" smtClean="0"/>
              <a:t>e.target.value</a:t>
            </a:r>
            <a:r>
              <a:rPr lang="en-US" dirty="0" smtClean="0"/>
              <a:t>);</a:t>
            </a:r>
            <a:endParaRPr lang="ru-RU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setErrors</a:t>
            </a:r>
            <a:r>
              <a:rPr lang="en-US" dirty="0" smtClean="0"/>
              <a:t>(</a:t>
            </a:r>
            <a:r>
              <a:rPr lang="en-US" dirty="0" err="1" smtClean="0"/>
              <a:t>prev</a:t>
            </a:r>
            <a:r>
              <a:rPr lang="en-US" dirty="0" smtClean="0"/>
              <a:t> =&gt; ({ ...</a:t>
            </a:r>
            <a:r>
              <a:rPr lang="en-US" dirty="0" err="1" smtClean="0"/>
              <a:t>prev</a:t>
            </a:r>
            <a:r>
              <a:rPr lang="en-US" dirty="0" smtClean="0"/>
              <a:t>, min: '' }));</a:t>
            </a:r>
            <a:endParaRPr lang="ru-RU" dirty="0" smtClean="0"/>
          </a:p>
          <a:p>
            <a:r>
              <a:rPr lang="en-US" dirty="0" smtClean="0"/>
              <a:t>  };</a:t>
            </a:r>
            <a:endParaRPr lang="ru-RU" dirty="0"/>
          </a:p>
        </p:txBody>
      </p:sp>
      <p:cxnSp>
        <p:nvCxnSpPr>
          <p:cNvPr id="6" name="Соединительная линия уступом 5"/>
          <p:cNvCxnSpPr/>
          <p:nvPr/>
        </p:nvCxnSpPr>
        <p:spPr>
          <a:xfrm rot="5400000" flipH="1" flipV="1">
            <a:off x="2286000" y="3685309"/>
            <a:ext cx="4502728" cy="706582"/>
          </a:xfrm>
          <a:prstGeom prst="bentConnector3">
            <a:avLst>
              <a:gd name="adj1" fmla="val 907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77432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/components/Filters.jsx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63237" y="1524000"/>
            <a:ext cx="11090564" cy="5043055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600"/>
              </a:spcBef>
              <a:buNone/>
            </a:pPr>
            <a:r>
              <a:rPr lang="en-US" dirty="0" smtClean="0"/>
              <a:t>const </a:t>
            </a:r>
            <a:r>
              <a:rPr lang="en-US" dirty="0" err="1" smtClean="0"/>
              <a:t>handleMaxChange</a:t>
            </a:r>
            <a:r>
              <a:rPr lang="en-US" dirty="0" smtClean="0"/>
              <a:t> = (e) =&gt; {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setLocalMaxPrice</a:t>
            </a:r>
            <a:r>
              <a:rPr lang="en-US" dirty="0" smtClean="0"/>
              <a:t>(</a:t>
            </a:r>
            <a:r>
              <a:rPr lang="en-US" dirty="0" err="1" smtClean="0"/>
              <a:t>e.target.value</a:t>
            </a:r>
            <a:r>
              <a:rPr lang="en-US" dirty="0" smtClean="0"/>
              <a:t>);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setErrors</a:t>
            </a:r>
            <a:r>
              <a:rPr lang="en-US" dirty="0" smtClean="0"/>
              <a:t>(</a:t>
            </a:r>
            <a:r>
              <a:rPr lang="en-US" dirty="0" err="1" smtClean="0"/>
              <a:t>prev</a:t>
            </a:r>
            <a:r>
              <a:rPr lang="en-US" dirty="0" smtClean="0"/>
              <a:t> =&gt; ({ ...</a:t>
            </a:r>
            <a:r>
              <a:rPr lang="en-US" dirty="0" err="1" smtClean="0"/>
              <a:t>prev</a:t>
            </a:r>
            <a:r>
              <a:rPr lang="en-US" dirty="0" smtClean="0"/>
              <a:t>, max: '' }));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};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return (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&lt;div style={{ </a:t>
            </a:r>
            <a:r>
              <a:rPr lang="en-US" dirty="0" err="1" smtClean="0"/>
              <a:t>marginBottom</a:t>
            </a:r>
            <a:r>
              <a:rPr lang="en-US" dirty="0" smtClean="0"/>
              <a:t>: '2rem' }}&gt;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&lt;div style={{ display: 'grid', </a:t>
            </a:r>
            <a:r>
              <a:rPr lang="en-US" dirty="0" err="1" smtClean="0"/>
              <a:t>gridTemplateColumns</a:t>
            </a:r>
            <a:r>
              <a:rPr lang="en-US" dirty="0" smtClean="0"/>
              <a:t>: 'repeat(auto-fit, </a:t>
            </a:r>
            <a:r>
              <a:rPr lang="en-US" dirty="0" err="1" smtClean="0"/>
              <a:t>minmax</a:t>
            </a:r>
            <a:r>
              <a:rPr lang="en-US" dirty="0" smtClean="0"/>
              <a:t>(200px, 1fr))', gap: '1rem', </a:t>
            </a:r>
            <a:r>
              <a:rPr lang="en-US" dirty="0" err="1" smtClean="0"/>
              <a:t>marginBottom</a:t>
            </a:r>
            <a:r>
              <a:rPr lang="en-US" dirty="0" smtClean="0"/>
              <a:t>: '1rem' }}&gt;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&lt;div&gt;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&lt;label&gt;</a:t>
            </a:r>
            <a:r>
              <a:rPr lang="ru-RU" dirty="0" smtClean="0"/>
              <a:t>Категория</a:t>
            </a:r>
            <a:r>
              <a:rPr lang="en-US" dirty="0" smtClean="0"/>
              <a:t>&lt;/label&gt;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&lt;select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value={</a:t>
            </a:r>
            <a:r>
              <a:rPr lang="en-US" dirty="0" err="1" smtClean="0"/>
              <a:t>localCategory</a:t>
            </a:r>
            <a:r>
              <a:rPr lang="en-US" dirty="0" smtClean="0"/>
              <a:t>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onChange</a:t>
            </a:r>
            <a:r>
              <a:rPr lang="en-US" dirty="0" smtClean="0"/>
              <a:t>={(e) =&gt; </a:t>
            </a:r>
            <a:r>
              <a:rPr lang="en-US" dirty="0" err="1" smtClean="0"/>
              <a:t>setLocalCategory</a:t>
            </a:r>
            <a:r>
              <a:rPr lang="en-US" dirty="0" smtClean="0"/>
              <a:t>(</a:t>
            </a:r>
            <a:r>
              <a:rPr lang="en-US" dirty="0" err="1" smtClean="0"/>
              <a:t>e.target.value</a:t>
            </a:r>
            <a:r>
              <a:rPr lang="en-US" dirty="0" smtClean="0"/>
              <a:t>)}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style={{ width: '100%', padding: '8px' }}          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&lt;option value=""&gt;</a:t>
            </a:r>
            <a:r>
              <a:rPr lang="ru-RU" dirty="0" smtClean="0"/>
              <a:t>Все категории</a:t>
            </a:r>
            <a:r>
              <a:rPr lang="en-US" dirty="0" smtClean="0"/>
              <a:t>&lt;/option&gt;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&lt;option value="electronics"&gt;</a:t>
            </a:r>
            <a:r>
              <a:rPr lang="ru-RU" dirty="0" smtClean="0"/>
              <a:t>Электроника</a:t>
            </a:r>
            <a:r>
              <a:rPr lang="en-US" dirty="0" smtClean="0"/>
              <a:t>&lt;/option&gt;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&lt;option value="</a:t>
            </a:r>
            <a:r>
              <a:rPr lang="en-US" dirty="0" err="1" smtClean="0"/>
              <a:t>jewelery</a:t>
            </a:r>
            <a:r>
              <a:rPr lang="en-US" dirty="0" smtClean="0"/>
              <a:t>"&gt;</a:t>
            </a:r>
            <a:r>
              <a:rPr lang="ru-RU" dirty="0" smtClean="0"/>
              <a:t>Ювелирные изделия</a:t>
            </a:r>
            <a:r>
              <a:rPr lang="en-US" dirty="0" smtClean="0"/>
              <a:t>&lt;/option&gt;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&lt;option value="men's clothing"&gt;</a:t>
            </a:r>
            <a:r>
              <a:rPr lang="ru-RU" dirty="0" smtClean="0"/>
              <a:t>Мужская одежда</a:t>
            </a:r>
            <a:r>
              <a:rPr lang="en-US" dirty="0" smtClean="0"/>
              <a:t>&lt;/option&gt;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&lt;option value="women's clothing"&gt;</a:t>
            </a:r>
            <a:r>
              <a:rPr lang="ru-RU" dirty="0" smtClean="0"/>
              <a:t>Женская одежда</a:t>
            </a:r>
            <a:r>
              <a:rPr lang="en-US" dirty="0" smtClean="0"/>
              <a:t>&lt;/option&gt;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&lt;/select&gt;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&lt;/div&gt;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497782" y="3441680"/>
            <a:ext cx="569421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 err="1" smtClean="0"/>
              <a:t>display</a:t>
            </a:r>
            <a:r>
              <a:rPr lang="ru-RU" dirty="0" smtClean="0"/>
              <a:t>: '</a:t>
            </a:r>
            <a:r>
              <a:rPr lang="ru-RU" dirty="0" err="1" smtClean="0"/>
              <a:t>grid</a:t>
            </a:r>
            <a:r>
              <a:rPr lang="ru-RU" dirty="0" smtClean="0"/>
              <a:t>' — включает CSS Grid‑макет для контейнера.</a:t>
            </a:r>
          </a:p>
          <a:p>
            <a:pPr lvl="0"/>
            <a:r>
              <a:rPr lang="ru-RU" dirty="0" err="1" smtClean="0"/>
              <a:t>gridTemplateColumns</a:t>
            </a:r>
            <a:r>
              <a:rPr lang="ru-RU" dirty="0" smtClean="0"/>
              <a:t>: '</a:t>
            </a:r>
            <a:r>
              <a:rPr lang="ru-RU" dirty="0" err="1" smtClean="0"/>
              <a:t>repeat</a:t>
            </a:r>
            <a:r>
              <a:rPr lang="ru-RU" dirty="0" smtClean="0"/>
              <a:t>(</a:t>
            </a:r>
            <a:r>
              <a:rPr lang="ru-RU" dirty="0" err="1" smtClean="0"/>
              <a:t>auto-fit</a:t>
            </a:r>
            <a:r>
              <a:rPr lang="ru-RU" dirty="0" smtClean="0"/>
              <a:t>, </a:t>
            </a:r>
            <a:r>
              <a:rPr lang="ru-RU" dirty="0" err="1" smtClean="0"/>
              <a:t>minmax</a:t>
            </a:r>
            <a:r>
              <a:rPr lang="ru-RU" dirty="0" smtClean="0"/>
              <a:t>(200px, 1fr))' — автоматически размещает колонки: </a:t>
            </a:r>
            <a:r>
              <a:rPr lang="ru-RU" dirty="0" smtClean="0"/>
              <a:t>каждая</a:t>
            </a:r>
            <a:endParaRPr lang="en-US" dirty="0" smtClean="0"/>
          </a:p>
          <a:p>
            <a:pPr lvl="0"/>
            <a:r>
              <a:rPr lang="ru-RU" dirty="0" smtClean="0"/>
              <a:t> </a:t>
            </a:r>
            <a:r>
              <a:rPr lang="ru-RU" dirty="0" smtClean="0"/>
              <a:t>не уже 200 </a:t>
            </a:r>
            <a:r>
              <a:rPr lang="ru-RU" dirty="0" err="1" smtClean="0"/>
              <a:t>px</a:t>
            </a:r>
            <a:r>
              <a:rPr lang="ru-RU" dirty="0" smtClean="0"/>
              <a:t>, при этом они равномерно растягиваются (1fr) на доступном пространстве; </a:t>
            </a:r>
            <a:r>
              <a:rPr lang="ru-RU" dirty="0" err="1" smtClean="0"/>
              <a:t>auto-fit</a:t>
            </a:r>
            <a:r>
              <a:rPr lang="ru-RU" dirty="0" smtClean="0"/>
              <a:t> подстраивает число колонок под ширину контейнера.</a:t>
            </a:r>
          </a:p>
          <a:p>
            <a:pPr lvl="0"/>
            <a:r>
              <a:rPr lang="ru-RU" dirty="0" err="1" smtClean="0"/>
              <a:t>gap</a:t>
            </a:r>
            <a:r>
              <a:rPr lang="ru-RU" dirty="0" smtClean="0"/>
              <a:t>: '1rem' — задаёт отступ 1 </a:t>
            </a:r>
            <a:r>
              <a:rPr lang="ru-RU" dirty="0" err="1" smtClean="0"/>
              <a:t>rem</a:t>
            </a:r>
            <a:r>
              <a:rPr lang="ru-RU" dirty="0" smtClean="0"/>
              <a:t> между соседними ячейками (по горизонтали и вертикали).</a:t>
            </a:r>
          </a:p>
          <a:p>
            <a:r>
              <a:rPr lang="ru-RU" dirty="0" err="1" smtClean="0"/>
              <a:t>marginBottom</a:t>
            </a:r>
            <a:r>
              <a:rPr lang="ru-RU" dirty="0" smtClean="0"/>
              <a:t>: '1rem' — устанавливает внешний отступ снизу контейнера равным 1 </a:t>
            </a:r>
            <a:r>
              <a:rPr lang="ru-RU" dirty="0" err="1" smtClean="0"/>
              <a:t>rem</a:t>
            </a:r>
            <a:r>
              <a:rPr lang="ru-RU" dirty="0" smtClean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/components/Filters.jsx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37309" y="1427018"/>
            <a:ext cx="10778836" cy="4973781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 &lt;div&gt;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&lt;label&gt;</a:t>
            </a:r>
            <a:r>
              <a:rPr lang="ru-RU" dirty="0" smtClean="0"/>
              <a:t>Цена от</a:t>
            </a:r>
            <a:r>
              <a:rPr lang="en-US" dirty="0" smtClean="0"/>
              <a:t>&lt;/label&gt;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&lt;input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type="number"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value={</a:t>
            </a:r>
            <a:r>
              <a:rPr lang="en-US" dirty="0" err="1" smtClean="0"/>
              <a:t>localMinPrice</a:t>
            </a:r>
            <a:r>
              <a:rPr lang="en-US" dirty="0" smtClean="0"/>
              <a:t>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onChange</a:t>
            </a:r>
            <a:r>
              <a:rPr lang="en-US" dirty="0" smtClean="0"/>
              <a:t>={</a:t>
            </a:r>
            <a:r>
              <a:rPr lang="en-US" dirty="0" err="1" smtClean="0"/>
              <a:t>handleMinChange</a:t>
            </a:r>
            <a:r>
              <a:rPr lang="en-US" dirty="0" smtClean="0"/>
              <a:t>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placeholder="0"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min="0"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style={{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width: '100%',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padding: '8px',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border: errors.min ? '1px solid red' : '1px solid #</a:t>
            </a:r>
            <a:r>
              <a:rPr lang="en-US" dirty="0" err="1" smtClean="0"/>
              <a:t>ccc</a:t>
            </a:r>
            <a:r>
              <a:rPr lang="en-US" dirty="0" smtClean="0"/>
              <a:t>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</a:t>
            </a:r>
            <a:r>
              <a:rPr lang="en-US" dirty="0" err="1" smtClean="0"/>
              <a:t>borderRadius</a:t>
            </a:r>
            <a:r>
              <a:rPr lang="en-US" dirty="0" smtClean="0"/>
              <a:t>: '4px',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}}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/&gt;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{errors.min &amp;&amp; (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&lt;span style={{ color: 'red', </a:t>
            </a:r>
            <a:r>
              <a:rPr lang="en-US" dirty="0" err="1" smtClean="0"/>
              <a:t>fontSize</a:t>
            </a:r>
            <a:r>
              <a:rPr lang="en-US" dirty="0" smtClean="0"/>
              <a:t>: '0.85rem', </a:t>
            </a:r>
            <a:r>
              <a:rPr lang="en-US" dirty="0" err="1" smtClean="0"/>
              <a:t>marginTop</a:t>
            </a:r>
            <a:r>
              <a:rPr lang="en-US" dirty="0" smtClean="0"/>
              <a:t>: '4px', display: 'block' }}&gt;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{errors.min}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&lt;/span&gt;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)}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&lt;/div&gt;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/components/Filters.jsx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92727" y="1825624"/>
            <a:ext cx="10661073" cy="4575175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600"/>
              </a:spcBef>
              <a:buNone/>
            </a:pPr>
            <a:r>
              <a:rPr lang="en-US" dirty="0" smtClean="0"/>
              <a:t>&lt;div&gt;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&lt;label&gt;</a:t>
            </a:r>
            <a:r>
              <a:rPr lang="ru-RU" dirty="0" smtClean="0"/>
              <a:t>Цена до</a:t>
            </a:r>
            <a:r>
              <a:rPr lang="en-US" dirty="0" smtClean="0"/>
              <a:t>&lt;/label&gt;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&lt;input    type="number"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value={</a:t>
            </a:r>
            <a:r>
              <a:rPr lang="en-US" dirty="0" err="1" smtClean="0"/>
              <a:t>localMaxPrice</a:t>
            </a:r>
            <a:r>
              <a:rPr lang="en-US" dirty="0" smtClean="0"/>
              <a:t>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onChange</a:t>
            </a:r>
            <a:r>
              <a:rPr lang="en-US" dirty="0" smtClean="0"/>
              <a:t>={</a:t>
            </a:r>
            <a:r>
              <a:rPr lang="en-US" dirty="0" err="1" smtClean="0"/>
              <a:t>handleMaxChange</a:t>
            </a:r>
            <a:r>
              <a:rPr lang="en-US" dirty="0" smtClean="0"/>
              <a:t>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placeholder="9999"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min="0"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style={{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width: '100%',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padding: '8px',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border: errors.max ? '1px solid red' : '1px solid #</a:t>
            </a:r>
            <a:r>
              <a:rPr lang="en-US" dirty="0" err="1" smtClean="0"/>
              <a:t>ccc</a:t>
            </a:r>
            <a:r>
              <a:rPr lang="en-US" dirty="0" smtClean="0"/>
              <a:t>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</a:t>
            </a:r>
            <a:r>
              <a:rPr lang="en-US" dirty="0" err="1" smtClean="0"/>
              <a:t>borderRadius</a:t>
            </a:r>
            <a:r>
              <a:rPr lang="en-US" dirty="0" smtClean="0"/>
              <a:t>: '4px',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}}    /&gt;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{errors.max &amp;&amp; (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&lt;span style={{ color: 'red', </a:t>
            </a:r>
            <a:r>
              <a:rPr lang="en-US" dirty="0" err="1" smtClean="0"/>
              <a:t>fontSize</a:t>
            </a:r>
            <a:r>
              <a:rPr lang="en-US" dirty="0" smtClean="0"/>
              <a:t>: '0.85rem', </a:t>
            </a:r>
            <a:r>
              <a:rPr lang="en-US" dirty="0" err="1" smtClean="0"/>
              <a:t>marginTop</a:t>
            </a:r>
            <a:r>
              <a:rPr lang="en-US" dirty="0" smtClean="0"/>
              <a:t>: '4px', display: 'block' }}&gt;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  {errors.max}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  &lt;/span&gt;          )}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&lt;/div&gt;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&lt;/div&gt;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/components/Filters.jsx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Bef>
                <a:spcPts val="600"/>
              </a:spcBef>
              <a:buNone/>
            </a:pPr>
            <a:r>
              <a:rPr lang="en-US" dirty="0" smtClean="0"/>
              <a:t>&lt;button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onClick</a:t>
            </a:r>
            <a:r>
              <a:rPr lang="en-US" dirty="0" smtClean="0"/>
              <a:t>={</a:t>
            </a:r>
            <a:r>
              <a:rPr lang="en-US" dirty="0" err="1" smtClean="0"/>
              <a:t>handleApply</a:t>
            </a:r>
            <a:r>
              <a:rPr lang="en-US" dirty="0" smtClean="0"/>
              <a:t>}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style={{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padding: '10px 24px',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background: '#2563eb',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color: 'white',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border: 'none',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</a:t>
            </a:r>
            <a:r>
              <a:rPr lang="en-US" dirty="0" err="1" smtClean="0"/>
              <a:t>borderRadius</a:t>
            </a:r>
            <a:r>
              <a:rPr lang="en-US" dirty="0" smtClean="0"/>
              <a:t>: '4px',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cursor: 'pointer',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  </a:t>
            </a:r>
            <a:r>
              <a:rPr lang="en-US" dirty="0" err="1" smtClean="0"/>
              <a:t>fontSize</a:t>
            </a:r>
            <a:r>
              <a:rPr lang="en-US" dirty="0" smtClean="0"/>
              <a:t>: '1rem',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}}      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  </a:t>
            </a:r>
            <a:r>
              <a:rPr lang="ru-RU" dirty="0" smtClean="0"/>
              <a:t>Применить фильтры</a:t>
            </a:r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  &lt;/button&gt;</a:t>
            </a:r>
            <a:endParaRPr lang="ru-RU" dirty="0" smtClean="0"/>
          </a:p>
          <a:p>
            <a:pPr>
              <a:spcBef>
                <a:spcPts val="600"/>
              </a:spcBef>
              <a:buNone/>
            </a:pPr>
            <a:r>
              <a:rPr lang="en-US" dirty="0" smtClean="0"/>
              <a:t>    </a:t>
            </a:r>
            <a:r>
              <a:rPr lang="ru-RU" dirty="0" smtClean="0"/>
              <a:t>&lt;/</a:t>
            </a:r>
            <a:r>
              <a:rPr lang="ru-RU" dirty="0" err="1" smtClean="0"/>
              <a:t>div</a:t>
            </a:r>
            <a:r>
              <a:rPr lang="ru-RU" dirty="0" smtClean="0"/>
              <a:t>&gt;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  );</a:t>
            </a:r>
          </a:p>
          <a:p>
            <a:pPr>
              <a:spcBef>
                <a:spcPts val="600"/>
              </a:spcBef>
              <a:buNone/>
            </a:pPr>
            <a:r>
              <a:rPr lang="ru-RU" dirty="0" smtClean="0"/>
              <a:t>}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2. </a:t>
            </a:r>
            <a:r>
              <a:rPr lang="ru-RU" dirty="0" err="1" smtClean="0"/>
              <a:t>src</a:t>
            </a:r>
            <a:r>
              <a:rPr lang="ru-RU" dirty="0" smtClean="0"/>
              <a:t>/</a:t>
            </a:r>
            <a:r>
              <a:rPr lang="ru-RU" dirty="0" err="1" smtClean="0"/>
              <a:t>components</a:t>
            </a:r>
            <a:r>
              <a:rPr lang="ru-RU" dirty="0" smtClean="0"/>
              <a:t>/</a:t>
            </a:r>
            <a:r>
              <a:rPr lang="ru-RU" dirty="0" err="1" smtClean="0"/>
              <a:t>ProductCard.jsx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892" y="1399310"/>
            <a:ext cx="10771908" cy="519545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 smtClean="0"/>
              <a:t>Презентационный </a:t>
            </a:r>
            <a:r>
              <a:rPr lang="ru-RU" dirty="0"/>
              <a:t>компонент. Только отображает данные. </a:t>
            </a:r>
            <a:r>
              <a:rPr lang="ru-RU" dirty="0" smtClean="0"/>
              <a:t>: </a:t>
            </a:r>
            <a:r>
              <a:rPr lang="ru-RU" dirty="0"/>
              <a:t>стили вынесены прямо в JSX для наглядности, но </a:t>
            </a:r>
            <a:r>
              <a:rPr lang="ru-RU" dirty="0" smtClean="0"/>
              <a:t>их </a:t>
            </a:r>
            <a:r>
              <a:rPr lang="ru-RU" dirty="0"/>
              <a:t>лучше выносить в CSS-файл.</a:t>
            </a:r>
          </a:p>
          <a:p>
            <a:pPr marL="0" indent="0">
              <a:buNone/>
            </a:pPr>
            <a:r>
              <a:rPr lang="ru-RU" dirty="0" err="1" smtClean="0"/>
              <a:t>import</a:t>
            </a:r>
            <a:r>
              <a:rPr lang="ru-RU" dirty="0" smtClean="0"/>
              <a:t> React </a:t>
            </a:r>
            <a:r>
              <a:rPr lang="ru-RU" dirty="0" err="1" smtClean="0"/>
              <a:t>from</a:t>
            </a:r>
            <a:r>
              <a:rPr lang="ru-RU" dirty="0" smtClean="0"/>
              <a:t> '</a:t>
            </a:r>
            <a:r>
              <a:rPr lang="ru-RU" dirty="0" err="1" smtClean="0"/>
              <a:t>react</a:t>
            </a:r>
            <a:r>
              <a:rPr lang="ru-RU" dirty="0" smtClean="0"/>
              <a:t>';</a:t>
            </a:r>
          </a:p>
          <a:p>
            <a:pPr marL="0" indent="0">
              <a:buNone/>
            </a:pPr>
            <a:r>
              <a:rPr lang="en-US" dirty="0" smtClean="0"/>
              <a:t>export </a:t>
            </a:r>
            <a:r>
              <a:rPr lang="en-US" dirty="0"/>
              <a:t>function </a:t>
            </a:r>
            <a:r>
              <a:rPr lang="en-US" dirty="0" err="1"/>
              <a:t>ProductCard</a:t>
            </a:r>
            <a:r>
              <a:rPr lang="en-US" dirty="0"/>
              <a:t>({ product })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return (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&lt;article style={{ border: '1px solid #e0e0e0', padding: '1rem', </a:t>
            </a:r>
            <a:r>
              <a:rPr lang="en-US" dirty="0" err="1"/>
              <a:t>borderRadius</a:t>
            </a:r>
            <a:r>
              <a:rPr lang="en-US" dirty="0"/>
              <a:t>: '8px', </a:t>
            </a:r>
            <a:r>
              <a:rPr lang="en-US" dirty="0" err="1"/>
              <a:t>boxShadow</a:t>
            </a:r>
            <a:r>
              <a:rPr lang="en-US" dirty="0"/>
              <a:t>: '0 2px 4px </a:t>
            </a:r>
            <a:r>
              <a:rPr lang="en-US" dirty="0" err="1"/>
              <a:t>rgba</a:t>
            </a:r>
            <a:r>
              <a:rPr lang="en-US" dirty="0"/>
              <a:t>(0,0,0,0.05)' }}&gt;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ru-RU" dirty="0"/>
              <a:t>{/* Заглушка картинки через </a:t>
            </a:r>
            <a:r>
              <a:rPr lang="ru-RU" dirty="0" err="1"/>
              <a:t>Data</a:t>
            </a:r>
            <a:r>
              <a:rPr lang="ru-RU" dirty="0"/>
              <a:t> URI </a:t>
            </a:r>
            <a:r>
              <a:rPr lang="ru-RU" dirty="0" smtClean="0"/>
              <a:t>*/}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</a:t>
            </a:r>
            <a:r>
              <a:rPr lang="en-US" dirty="0"/>
              <a:t>&lt;</a:t>
            </a:r>
            <a:r>
              <a:rPr lang="en-US" dirty="0" smtClean="0"/>
              <a:t>div    </a:t>
            </a:r>
            <a:r>
              <a:rPr lang="en-US" dirty="0"/>
              <a:t>style</a:t>
            </a:r>
            <a:r>
              <a:rPr lang="en-US" dirty="0" smtClean="0"/>
              <a:t>={{   height: '120px',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en-US" dirty="0" err="1"/>
              <a:t>backgroundImage</a:t>
            </a:r>
            <a:r>
              <a:rPr lang="en-US" dirty="0"/>
              <a:t>: `</a:t>
            </a:r>
            <a:r>
              <a:rPr lang="en-US" dirty="0" err="1"/>
              <a:t>url</a:t>
            </a:r>
            <a:r>
              <a:rPr lang="en-US" dirty="0"/>
              <a:t>("</a:t>
            </a:r>
            <a:r>
              <a:rPr lang="en-US" dirty="0" err="1"/>
              <a:t>data:image</a:t>
            </a:r>
            <a:r>
              <a:rPr lang="en-US" dirty="0"/>
              <a:t>/svg+xml,%3Csvg </a:t>
            </a:r>
            <a:r>
              <a:rPr lang="en-US" dirty="0" err="1"/>
              <a:t>xmlns</a:t>
            </a:r>
            <a:r>
              <a:rPr lang="en-US" dirty="0"/>
              <a:t>='http://www.w3.org/2000/svg' width='200' height='120' </a:t>
            </a:r>
            <a:r>
              <a:rPr lang="en-US" dirty="0" err="1"/>
              <a:t>viewBox</a:t>
            </a:r>
            <a:r>
              <a:rPr lang="en-US" dirty="0"/>
              <a:t>='0 0 200 </a:t>
            </a:r>
            <a:r>
              <a:rPr lang="en-US" dirty="0" smtClean="0"/>
              <a:t>120</a:t>
            </a:r>
            <a:r>
              <a:rPr lang="en-US" dirty="0"/>
              <a:t>'%3E%3Crect fill='%23eee' width='200' height='120'/%3E%3Ctext fill='%23999' x='50%' y='55%' text-anchor='middle' font-size='16' font-family='sans-serif'%3E${</a:t>
            </a:r>
            <a:r>
              <a:rPr lang="en-US" dirty="0" err="1"/>
              <a:t>product.category</a:t>
            </a:r>
            <a:r>
              <a:rPr lang="en-US" dirty="0"/>
              <a:t>}%3C/text%3E%3C/svg%3E")`,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 err="1"/>
              <a:t>backgroundSize</a:t>
            </a:r>
            <a:r>
              <a:rPr lang="en-US" dirty="0"/>
              <a:t>: 'cover',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 err="1"/>
              <a:t>marginBottom</a:t>
            </a:r>
            <a:r>
              <a:rPr lang="en-US" dirty="0"/>
              <a:t>: '1rem',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 err="1"/>
              <a:t>borderRadius</a:t>
            </a:r>
            <a:r>
              <a:rPr lang="en-US" dirty="0"/>
              <a:t>: '4px'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smtClean="0"/>
              <a:t>}}      /&gt;</a:t>
            </a:r>
            <a:endParaRPr lang="ru-RU" dirty="0" smtClean="0"/>
          </a:p>
          <a:p>
            <a:pPr marL="0" indent="0">
              <a:buNone/>
            </a:pPr>
            <a:r>
              <a:rPr lang="en-US" dirty="0"/>
              <a:t> &lt;h3 style={{ margin: 0, </a:t>
            </a:r>
            <a:r>
              <a:rPr lang="en-US" dirty="0" err="1"/>
              <a:t>fontSize</a:t>
            </a:r>
            <a:r>
              <a:rPr lang="en-US" dirty="0"/>
              <a:t>: '1.1rem' }}&gt;{</a:t>
            </a:r>
            <a:r>
              <a:rPr lang="en-US" dirty="0" err="1"/>
              <a:t>product.title</a:t>
            </a:r>
            <a:r>
              <a:rPr lang="en-US" dirty="0"/>
              <a:t>}&lt;/h3&gt;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&lt;p style={{ margin: '4px 0', color: '#555' }}&gt;</a:t>
            </a:r>
            <a:r>
              <a:rPr lang="ru-RU" dirty="0"/>
              <a:t>Категория</a:t>
            </a:r>
            <a:r>
              <a:rPr lang="en-US" dirty="0"/>
              <a:t>: {</a:t>
            </a:r>
            <a:r>
              <a:rPr lang="en-US" dirty="0" err="1"/>
              <a:t>product.category</a:t>
            </a:r>
            <a:r>
              <a:rPr lang="en-US" dirty="0"/>
              <a:t>}&lt;/p&gt;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&lt;p style={{ margin: 0, </a:t>
            </a:r>
            <a:r>
              <a:rPr lang="en-US" dirty="0" err="1"/>
              <a:t>fontWeight</a:t>
            </a:r>
            <a:r>
              <a:rPr lang="en-US" dirty="0"/>
              <a:t>: 'bold', </a:t>
            </a:r>
            <a:r>
              <a:rPr lang="en-US" dirty="0" err="1"/>
              <a:t>fontSize</a:t>
            </a:r>
            <a:r>
              <a:rPr lang="en-US" dirty="0"/>
              <a:t>: '1.2rem' }}&gt;{</a:t>
            </a:r>
            <a:r>
              <a:rPr lang="en-US" dirty="0" err="1"/>
              <a:t>product.price.toLocaleString</a:t>
            </a:r>
            <a:r>
              <a:rPr lang="en-US" dirty="0"/>
              <a:t>('</a:t>
            </a:r>
            <a:r>
              <a:rPr lang="en-US" dirty="0" err="1"/>
              <a:t>ru</a:t>
            </a:r>
            <a:r>
              <a:rPr lang="en-US" dirty="0"/>
              <a:t>-RU')} ₽&lt;/p&gt;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ru-RU" dirty="0"/>
              <a:t>&lt;/</a:t>
            </a:r>
            <a:r>
              <a:rPr lang="ru-RU" dirty="0" err="1"/>
              <a:t>article</a:t>
            </a:r>
            <a:r>
              <a:rPr lang="ru-RU" dirty="0" smtClean="0"/>
              <a:t>&gt;  );}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89667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3. </a:t>
            </a:r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ProductList.jsx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93908"/>
            <a:ext cx="10515600" cy="458305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«</a:t>
            </a:r>
            <a:r>
              <a:rPr lang="ru-RU" b="1" dirty="0"/>
              <a:t>Мозги</a:t>
            </a:r>
            <a:r>
              <a:rPr lang="en-US" b="1" dirty="0"/>
              <a:t>» </a:t>
            </a:r>
            <a:r>
              <a:rPr lang="ru-RU" b="1" dirty="0"/>
              <a:t>лабораторной</a:t>
            </a:r>
            <a:r>
              <a:rPr lang="en-US" b="1" dirty="0"/>
              <a:t>. </a:t>
            </a:r>
            <a:r>
              <a:rPr lang="ru-RU" b="1" dirty="0"/>
              <a:t>Тут:</a:t>
            </a:r>
          </a:p>
          <a:p>
            <a:pPr marL="0" lvl="0" indent="0">
              <a:buNone/>
            </a:pPr>
            <a:r>
              <a:rPr lang="ru-RU" b="1" dirty="0" err="1"/>
              <a:t>useEffect</a:t>
            </a:r>
            <a:r>
              <a:rPr lang="ru-RU" b="1" dirty="0"/>
              <a:t> для загрузки (с </a:t>
            </a:r>
            <a:r>
              <a:rPr lang="ru-RU" b="1" dirty="0" err="1"/>
              <a:t>AbortController</a:t>
            </a:r>
            <a:r>
              <a:rPr lang="ru-RU" b="1" dirty="0"/>
              <a:t> — обязательно для </a:t>
            </a:r>
            <a:r>
              <a:rPr lang="ru-RU" b="1" dirty="0" err="1"/>
              <a:t>лабы</a:t>
            </a:r>
            <a:r>
              <a:rPr lang="ru-RU" b="1" dirty="0"/>
              <a:t>).</a:t>
            </a:r>
          </a:p>
          <a:p>
            <a:pPr marL="0" lvl="0" indent="0">
              <a:buNone/>
            </a:pPr>
            <a:r>
              <a:rPr lang="ru-RU" b="1" dirty="0"/>
              <a:t>Второй </a:t>
            </a:r>
            <a:r>
              <a:rPr lang="ru-RU" b="1" dirty="0" err="1"/>
              <a:t>useEffect</a:t>
            </a:r>
            <a:r>
              <a:rPr lang="ru-RU" b="1" dirty="0"/>
              <a:t> для пересчёта фильтрации.</a:t>
            </a:r>
          </a:p>
          <a:p>
            <a:pPr marL="0" lvl="0" indent="0">
              <a:buNone/>
            </a:pPr>
            <a:r>
              <a:rPr lang="ru-RU" b="1" dirty="0"/>
              <a:t>Состояния</a:t>
            </a:r>
            <a:r>
              <a:rPr lang="en-US" b="1" dirty="0"/>
              <a:t> loading, error, products, filters</a:t>
            </a:r>
            <a:r>
              <a:rPr lang="en-US" b="1" dirty="0" smtClean="0"/>
              <a:t>.</a:t>
            </a:r>
            <a:endParaRPr lang="ru-RU" b="1" dirty="0" smtClean="0"/>
          </a:p>
          <a:p>
            <a:pPr marL="0" lv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err="1" smtClean="0"/>
              <a:t>import</a:t>
            </a:r>
            <a:r>
              <a:rPr lang="ru-RU" dirty="0" smtClean="0"/>
              <a:t> React </a:t>
            </a:r>
            <a:r>
              <a:rPr lang="ru-RU" dirty="0" err="1" smtClean="0"/>
              <a:t>from</a:t>
            </a:r>
            <a:r>
              <a:rPr lang="ru-RU" dirty="0" smtClean="0"/>
              <a:t> '</a:t>
            </a:r>
            <a:r>
              <a:rPr lang="ru-RU" dirty="0" err="1" smtClean="0"/>
              <a:t>react</a:t>
            </a:r>
            <a:r>
              <a:rPr lang="ru-RU" dirty="0" smtClean="0"/>
              <a:t>';</a:t>
            </a:r>
            <a:endParaRPr lang="ru-RU" dirty="0"/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/>
              <a:t>{ </a:t>
            </a:r>
            <a:r>
              <a:rPr lang="en-US" dirty="0" err="1"/>
              <a:t>useState</a:t>
            </a:r>
            <a:r>
              <a:rPr lang="en-US" dirty="0"/>
              <a:t>, </a:t>
            </a:r>
            <a:r>
              <a:rPr lang="en-US" dirty="0" err="1"/>
              <a:t>useEffect</a:t>
            </a:r>
            <a:r>
              <a:rPr lang="en-US" dirty="0"/>
              <a:t> } from 'react';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import { Filters } from './Filters';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import { </a:t>
            </a:r>
            <a:r>
              <a:rPr lang="en-US" dirty="0" err="1"/>
              <a:t>ProductCard</a:t>
            </a:r>
            <a:r>
              <a:rPr lang="en-US" dirty="0"/>
              <a:t> } from './</a:t>
            </a:r>
            <a:r>
              <a:rPr lang="en-US" dirty="0" err="1"/>
              <a:t>ProductCard</a:t>
            </a:r>
            <a:r>
              <a:rPr lang="en-US" dirty="0"/>
              <a:t>';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export function </a:t>
            </a:r>
            <a:r>
              <a:rPr lang="en-US" dirty="0" err="1"/>
              <a:t>ProductList</a:t>
            </a:r>
            <a:r>
              <a:rPr lang="en-US" dirty="0"/>
              <a:t>()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[products, </a:t>
            </a:r>
            <a:r>
              <a:rPr lang="en-US" dirty="0" err="1"/>
              <a:t>setProducts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([]);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[</a:t>
            </a:r>
            <a:r>
              <a:rPr lang="en-US" dirty="0" err="1"/>
              <a:t>filteredProducts</a:t>
            </a:r>
            <a:r>
              <a:rPr lang="en-US" dirty="0"/>
              <a:t>, </a:t>
            </a:r>
            <a:r>
              <a:rPr lang="en-US" dirty="0" err="1"/>
              <a:t>setFilteredProducts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([]);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[loading, </a:t>
            </a:r>
            <a:r>
              <a:rPr lang="en-US" dirty="0" err="1"/>
              <a:t>setLoading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(true);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const</a:t>
            </a:r>
            <a:r>
              <a:rPr lang="en-US" dirty="0"/>
              <a:t> [error, </a:t>
            </a:r>
            <a:r>
              <a:rPr lang="en-US" dirty="0" err="1"/>
              <a:t>setError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(null);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600559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ProductList.jsx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68741"/>
            <a:ext cx="10515600" cy="460822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smtClean="0"/>
              <a:t>// </a:t>
            </a:r>
            <a:r>
              <a:rPr lang="ru-RU" dirty="0" smtClean="0"/>
              <a:t>Состояние фильтров</a:t>
            </a:r>
          </a:p>
          <a:p>
            <a:pPr marL="0" indent="0">
              <a:buNone/>
            </a:pPr>
            <a:r>
              <a:rPr lang="en-US" dirty="0" err="1" smtClean="0"/>
              <a:t>const</a:t>
            </a:r>
            <a:r>
              <a:rPr lang="en-US" dirty="0" smtClean="0"/>
              <a:t> </a:t>
            </a:r>
            <a:r>
              <a:rPr lang="en-US" dirty="0"/>
              <a:t>[filters, </a:t>
            </a:r>
            <a:r>
              <a:rPr lang="en-US" dirty="0" err="1"/>
              <a:t>setFilters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category: undefined,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minPrice</a:t>
            </a:r>
            <a:r>
              <a:rPr lang="en-US" dirty="0"/>
              <a:t>: undefined,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maxPrice</a:t>
            </a:r>
            <a:r>
              <a:rPr lang="en-US" dirty="0"/>
              <a:t>: undefined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ru-RU" dirty="0" smtClean="0"/>
              <a:t>});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// 1. Загрузка данных при монтировании</a:t>
            </a:r>
          </a:p>
          <a:p>
            <a:pPr marL="0" indent="0">
              <a:buNone/>
            </a:pPr>
            <a:r>
              <a:rPr lang="ru-RU" dirty="0"/>
              <a:t>  </a:t>
            </a:r>
            <a:r>
              <a:rPr lang="ru-RU" dirty="0" err="1"/>
              <a:t>useEffect</a:t>
            </a:r>
            <a:r>
              <a:rPr lang="ru-RU" dirty="0"/>
              <a:t>(() =&gt; {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 err="1"/>
              <a:t>const</a:t>
            </a:r>
            <a:r>
              <a:rPr lang="en-US" dirty="0"/>
              <a:t> controller = new </a:t>
            </a:r>
            <a:r>
              <a:rPr lang="en-US" dirty="0" err="1"/>
              <a:t>AbortController</a:t>
            </a:r>
            <a:r>
              <a:rPr lang="en-US" dirty="0" smtClean="0"/>
              <a:t>();</a:t>
            </a: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loadData</a:t>
            </a:r>
            <a:r>
              <a:rPr lang="en-US" dirty="0"/>
              <a:t> = </a:t>
            </a:r>
            <a:r>
              <a:rPr lang="en-US" dirty="0" err="1"/>
              <a:t>async</a:t>
            </a:r>
            <a:r>
              <a:rPr lang="en-US" dirty="0"/>
              <a:t> () =&gt;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try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setLoading</a:t>
            </a:r>
            <a:r>
              <a:rPr lang="en-US" dirty="0"/>
              <a:t>(true);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setError</a:t>
            </a:r>
            <a:r>
              <a:rPr lang="en-US" dirty="0"/>
              <a:t>(null</a:t>
            </a:r>
            <a:r>
              <a:rPr lang="en-US" dirty="0" smtClean="0"/>
              <a:t>);    </a:t>
            </a:r>
            <a:endParaRPr lang="ru-RU" dirty="0"/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ru-RU" b="1" dirty="0"/>
              <a:t>// Используем публичный API (</a:t>
            </a:r>
            <a:r>
              <a:rPr lang="ru-RU" b="1" dirty="0" err="1"/>
              <a:t>fakestoreapi</a:t>
            </a:r>
            <a:r>
              <a:rPr lang="ru-RU" b="1" dirty="0"/>
              <a:t>) — он бесплатный и не требует ключей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en-US" dirty="0" err="1"/>
              <a:t>const</a:t>
            </a:r>
            <a:r>
              <a:rPr lang="en-US" dirty="0"/>
              <a:t> res = await fetch('https://fakestoreapi.com/products',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signal: </a:t>
            </a:r>
            <a:r>
              <a:rPr lang="en-US" dirty="0" err="1"/>
              <a:t>controller.signal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});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96728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ProductList.jsx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 if (!</a:t>
            </a:r>
            <a:r>
              <a:rPr lang="en-US" dirty="0" err="1"/>
              <a:t>res.ok</a:t>
            </a:r>
            <a:r>
              <a:rPr lang="en-US" dirty="0"/>
              <a:t>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throw new Error(`</a:t>
            </a:r>
            <a:r>
              <a:rPr lang="ru-RU" dirty="0"/>
              <a:t>Ошибка сети</a:t>
            </a:r>
            <a:r>
              <a:rPr lang="en-US" dirty="0"/>
              <a:t>: ${</a:t>
            </a:r>
            <a:r>
              <a:rPr lang="en-US" dirty="0" err="1"/>
              <a:t>res.status</a:t>
            </a:r>
            <a:r>
              <a:rPr lang="en-US" dirty="0"/>
              <a:t>}`);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smtClean="0"/>
              <a:t>        </a:t>
            </a:r>
            <a:r>
              <a:rPr lang="en-US" dirty="0" err="1"/>
              <a:t>const</a:t>
            </a:r>
            <a:r>
              <a:rPr lang="en-US" dirty="0"/>
              <a:t> data = await </a:t>
            </a:r>
            <a:r>
              <a:rPr lang="en-US" dirty="0" err="1"/>
              <a:t>res.json</a:t>
            </a:r>
            <a:r>
              <a:rPr lang="en-US" dirty="0"/>
              <a:t>();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ru-RU" dirty="0" err="1"/>
              <a:t>setProducts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);</a:t>
            </a:r>
          </a:p>
          <a:p>
            <a:pPr marL="0" indent="0">
              <a:buNone/>
            </a:pPr>
            <a:r>
              <a:rPr lang="ru-RU" dirty="0"/>
              <a:t>      } </a:t>
            </a:r>
            <a:r>
              <a:rPr lang="ru-RU" dirty="0" err="1"/>
              <a:t>catch</a:t>
            </a:r>
            <a:r>
              <a:rPr lang="ru-RU" dirty="0"/>
              <a:t> (</a:t>
            </a:r>
            <a:r>
              <a:rPr lang="ru-RU" dirty="0" err="1"/>
              <a:t>err</a:t>
            </a:r>
            <a:r>
              <a:rPr lang="ru-RU" dirty="0"/>
              <a:t>) {</a:t>
            </a:r>
          </a:p>
          <a:p>
            <a:pPr marL="0" indent="0">
              <a:buNone/>
            </a:pPr>
            <a:r>
              <a:rPr lang="ru-RU" dirty="0"/>
              <a:t>        // Если запрос отменили (размонтировали компонент), ошибку не показываем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en-US" dirty="0"/>
              <a:t>if (err.name !== '</a:t>
            </a:r>
            <a:r>
              <a:rPr lang="en-US" dirty="0" err="1"/>
              <a:t>AbortError</a:t>
            </a:r>
            <a:r>
              <a:rPr lang="en-US" dirty="0"/>
              <a:t>')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 err="1"/>
              <a:t>setError</a:t>
            </a:r>
            <a:r>
              <a:rPr lang="en-US" dirty="0"/>
              <a:t>(</a:t>
            </a:r>
            <a:r>
              <a:rPr lang="en-US" dirty="0" err="1"/>
              <a:t>err.message</a:t>
            </a:r>
            <a:r>
              <a:rPr lang="en-US" dirty="0" smtClean="0"/>
              <a:t>);        </a:t>
            </a: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/>
              <a:t>      } </a:t>
            </a:r>
            <a:r>
              <a:rPr lang="ru-RU" dirty="0" err="1"/>
              <a:t>finally</a:t>
            </a:r>
            <a:r>
              <a:rPr lang="ru-RU" dirty="0"/>
              <a:t> {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ru-RU" dirty="0" err="1"/>
              <a:t>setLoading</a:t>
            </a:r>
            <a:r>
              <a:rPr lang="ru-RU" dirty="0"/>
              <a:t>(</a:t>
            </a:r>
            <a:r>
              <a:rPr lang="ru-RU" dirty="0" err="1"/>
              <a:t>false</a:t>
            </a:r>
            <a:r>
              <a:rPr lang="ru-RU" dirty="0" smtClean="0"/>
              <a:t>);      </a:t>
            </a: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smtClean="0"/>
              <a:t>};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loadData</a:t>
            </a:r>
            <a:r>
              <a:rPr lang="ru-RU" dirty="0" smtClean="0"/>
              <a:t>();</a:t>
            </a:r>
          </a:p>
          <a:p>
            <a:pPr marL="0" indent="0">
              <a:buNone/>
            </a:pPr>
            <a:r>
              <a:rPr lang="ru-RU" dirty="0"/>
              <a:t> // Функция очистки: отменяет запрос, если компонент удалили до его завершения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ru-RU" dirty="0" err="1"/>
              <a:t>return</a:t>
            </a:r>
            <a:r>
              <a:rPr lang="ru-RU" dirty="0"/>
              <a:t> () =&gt; </a:t>
            </a:r>
            <a:r>
              <a:rPr lang="ru-RU" dirty="0" err="1"/>
              <a:t>controller.abort</a:t>
            </a:r>
            <a:r>
              <a:rPr lang="ru-RU" dirty="0" smtClean="0"/>
              <a:t>();  </a:t>
            </a:r>
            <a:r>
              <a:rPr lang="ru-RU" dirty="0"/>
              <a:t>}, []);</a:t>
            </a:r>
          </a:p>
        </p:txBody>
      </p:sp>
    </p:spTree>
    <p:extLst>
      <p:ext uri="{BB962C8B-B14F-4D97-AF65-F5344CB8AC3E}">
        <p14:creationId xmlns="" xmlns:p14="http://schemas.microsoft.com/office/powerpoint/2010/main" val="782066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ProductList.jsx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 // 2. Фильтрация: пересчитываем список при изменении товаров или фильтров</a:t>
            </a:r>
          </a:p>
          <a:p>
            <a:pPr marL="0" indent="0">
              <a:buNone/>
            </a:pPr>
            <a:r>
              <a:rPr lang="ru-RU" dirty="0"/>
              <a:t>  </a:t>
            </a:r>
            <a:r>
              <a:rPr lang="en-US" dirty="0" err="1"/>
              <a:t>useEffect</a:t>
            </a:r>
            <a:r>
              <a:rPr lang="en-US" dirty="0"/>
              <a:t>(() =&gt;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let result = products;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smtClean="0"/>
              <a:t>    </a:t>
            </a:r>
            <a:r>
              <a:rPr lang="en-US" dirty="0"/>
              <a:t>if (</a:t>
            </a:r>
            <a:r>
              <a:rPr lang="en-US" dirty="0" err="1"/>
              <a:t>filters.category</a:t>
            </a:r>
            <a:r>
              <a:rPr lang="en-US" dirty="0"/>
              <a:t>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result = </a:t>
            </a:r>
            <a:r>
              <a:rPr lang="en-US" dirty="0" err="1"/>
              <a:t>result.filter</a:t>
            </a:r>
            <a:r>
              <a:rPr lang="en-US" dirty="0"/>
              <a:t>(p =&gt; </a:t>
            </a:r>
            <a:r>
              <a:rPr lang="en-US" dirty="0" err="1"/>
              <a:t>p.category</a:t>
            </a:r>
            <a:r>
              <a:rPr lang="en-US" dirty="0"/>
              <a:t> === </a:t>
            </a:r>
            <a:r>
              <a:rPr lang="en-US" dirty="0" err="1"/>
              <a:t>filters.category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filters.minPrice</a:t>
            </a:r>
            <a:r>
              <a:rPr lang="en-US" dirty="0"/>
              <a:t> !== undefined)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result = </a:t>
            </a:r>
            <a:r>
              <a:rPr lang="en-US" dirty="0" err="1"/>
              <a:t>result.filter</a:t>
            </a:r>
            <a:r>
              <a:rPr lang="en-US" dirty="0"/>
              <a:t>(p =&gt; </a:t>
            </a:r>
            <a:r>
              <a:rPr lang="en-US" dirty="0" err="1"/>
              <a:t>p.price</a:t>
            </a:r>
            <a:r>
              <a:rPr lang="en-US" dirty="0"/>
              <a:t> &gt;= </a:t>
            </a:r>
            <a:r>
              <a:rPr lang="en-US" dirty="0" err="1"/>
              <a:t>filters.minPrice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filters.maxPrice</a:t>
            </a:r>
            <a:r>
              <a:rPr lang="en-US" dirty="0"/>
              <a:t> !== undefined)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result = </a:t>
            </a:r>
            <a:r>
              <a:rPr lang="en-US" dirty="0" err="1"/>
              <a:t>result.filter</a:t>
            </a:r>
            <a:r>
              <a:rPr lang="en-US" dirty="0"/>
              <a:t>(p =&gt; </a:t>
            </a:r>
            <a:r>
              <a:rPr lang="en-US" dirty="0" err="1"/>
              <a:t>p.price</a:t>
            </a:r>
            <a:r>
              <a:rPr lang="en-US" dirty="0"/>
              <a:t> &lt;= </a:t>
            </a:r>
            <a:r>
              <a:rPr lang="en-US" dirty="0" err="1"/>
              <a:t>filters.maxPrice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smtClean="0"/>
              <a:t>    </a:t>
            </a:r>
            <a:r>
              <a:rPr lang="en-US" dirty="0" err="1"/>
              <a:t>setFilteredProducts</a:t>
            </a:r>
            <a:r>
              <a:rPr lang="en-US" dirty="0"/>
              <a:t>(result);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}, [products, filters]);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834284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src</a:t>
            </a:r>
            <a:r>
              <a:rPr lang="en-US" dirty="0" smtClean="0"/>
              <a:t>/components/</a:t>
            </a:r>
            <a:r>
              <a:rPr lang="en-US" dirty="0" err="1" smtClean="0"/>
              <a:t>ProductList.jsx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 if (loading) return &lt;p style={{ </a:t>
            </a:r>
            <a:r>
              <a:rPr lang="en-US" dirty="0" err="1"/>
              <a:t>textAlign</a:t>
            </a:r>
            <a:r>
              <a:rPr lang="en-US" dirty="0"/>
              <a:t>: 'center' }}&gt;</a:t>
            </a:r>
            <a:r>
              <a:rPr lang="ru-RU" dirty="0"/>
              <a:t>Загрузка товаров</a:t>
            </a:r>
            <a:r>
              <a:rPr lang="en-US" dirty="0"/>
              <a:t>...&lt;/p&gt;;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if (error) return &lt;p style={{ color: 'red', </a:t>
            </a:r>
            <a:r>
              <a:rPr lang="en-US" dirty="0" err="1"/>
              <a:t>textAlign</a:t>
            </a:r>
            <a:r>
              <a:rPr lang="en-US" dirty="0"/>
              <a:t>: 'center' }}&gt;</a:t>
            </a:r>
            <a:r>
              <a:rPr lang="ru-RU" dirty="0"/>
              <a:t>Ошибка</a:t>
            </a:r>
            <a:r>
              <a:rPr lang="en-US" dirty="0"/>
              <a:t>: {error}&lt;/p</a:t>
            </a:r>
            <a:r>
              <a:rPr lang="en-US" dirty="0" smtClean="0"/>
              <a:t>&gt;;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return (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&lt;section&gt;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&lt;Filters </a:t>
            </a:r>
            <a:r>
              <a:rPr lang="en-US" dirty="0" err="1"/>
              <a:t>onFilterChange</a:t>
            </a:r>
            <a:r>
              <a:rPr lang="en-US" dirty="0"/>
              <a:t>={</a:t>
            </a:r>
            <a:r>
              <a:rPr lang="en-US" dirty="0" err="1"/>
              <a:t>setFilters</a:t>
            </a:r>
            <a:r>
              <a:rPr lang="en-US" dirty="0"/>
              <a:t>} </a:t>
            </a:r>
            <a:r>
              <a:rPr lang="en-US" dirty="0" err="1"/>
              <a:t>initialFilters</a:t>
            </a:r>
            <a:r>
              <a:rPr lang="en-US" dirty="0"/>
              <a:t>={filters} </a:t>
            </a:r>
            <a:r>
              <a:rPr lang="en-US" dirty="0" smtClean="0"/>
              <a:t>/&gt;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{</a:t>
            </a:r>
            <a:r>
              <a:rPr lang="en-US" dirty="0" err="1"/>
              <a:t>filteredProducts.length</a:t>
            </a:r>
            <a:r>
              <a:rPr lang="en-US" dirty="0"/>
              <a:t> === 0 ? (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&lt;p style={{ </a:t>
            </a:r>
            <a:r>
              <a:rPr lang="en-US" dirty="0" err="1"/>
              <a:t>textAlign</a:t>
            </a:r>
            <a:r>
              <a:rPr lang="en-US" dirty="0"/>
              <a:t>: 'center', color: '#777' }}&gt;</a:t>
            </a:r>
            <a:r>
              <a:rPr lang="ru-RU" dirty="0"/>
              <a:t>Товары не найдены по выбранным фильтрам</a:t>
            </a:r>
            <a:r>
              <a:rPr lang="en-US" dirty="0"/>
              <a:t>.&lt;/p&gt;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) : (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&lt;div style={{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display: 'grid',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dirty="0" err="1"/>
              <a:t>gridTemplateColumns</a:t>
            </a:r>
            <a:r>
              <a:rPr lang="en-US" dirty="0"/>
              <a:t>: 'repeat(auto-fill, </a:t>
            </a:r>
            <a:r>
              <a:rPr lang="en-US" dirty="0" err="1"/>
              <a:t>minmax</a:t>
            </a:r>
            <a:r>
              <a:rPr lang="en-US" dirty="0"/>
              <a:t>(250px, 1fr))', </a:t>
            </a:r>
            <a:r>
              <a:rPr lang="en-US" dirty="0" smtClean="0"/>
              <a:t>   </a:t>
            </a:r>
            <a:r>
              <a:rPr lang="en-US" dirty="0"/>
              <a:t>gap: '1.5rem</a:t>
            </a:r>
            <a:r>
              <a:rPr lang="en-US" dirty="0" smtClean="0"/>
              <a:t>'    </a:t>
            </a:r>
            <a:r>
              <a:rPr lang="en-US" dirty="0"/>
              <a:t>}}&gt;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{</a:t>
            </a:r>
            <a:r>
              <a:rPr lang="en-US" dirty="0" err="1"/>
              <a:t>filteredProducts.map</a:t>
            </a:r>
            <a:r>
              <a:rPr lang="en-US" dirty="0"/>
              <a:t>(product =&gt; (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&lt;</a:t>
            </a:r>
            <a:r>
              <a:rPr lang="en-US" dirty="0" err="1"/>
              <a:t>ProductCard</a:t>
            </a:r>
            <a:r>
              <a:rPr lang="en-US" dirty="0"/>
              <a:t> key={product.id} product={product} </a:t>
            </a:r>
            <a:r>
              <a:rPr lang="en-US" dirty="0" smtClean="0"/>
              <a:t>/&gt;          </a:t>
            </a:r>
            <a:r>
              <a:rPr lang="ru-RU" dirty="0"/>
              <a:t>))}</a:t>
            </a:r>
          </a:p>
          <a:p>
            <a:pPr marL="0" indent="0">
              <a:buNone/>
            </a:pPr>
            <a:r>
              <a:rPr lang="ru-RU" dirty="0"/>
              <a:t>        &lt;/</a:t>
            </a:r>
            <a:r>
              <a:rPr lang="ru-RU" dirty="0" err="1"/>
              <a:t>div</a:t>
            </a:r>
            <a:r>
              <a:rPr lang="ru-RU" dirty="0"/>
              <a:t>&gt;</a:t>
            </a:r>
          </a:p>
          <a:p>
            <a:pPr marL="0" indent="0">
              <a:buNone/>
            </a:pPr>
            <a:r>
              <a:rPr lang="ru-RU" dirty="0"/>
              <a:t>      )}</a:t>
            </a:r>
          </a:p>
          <a:p>
            <a:pPr marL="0" indent="0">
              <a:buNone/>
            </a:pPr>
            <a:r>
              <a:rPr lang="ru-RU" dirty="0"/>
              <a:t>    &lt;/</a:t>
            </a:r>
            <a:r>
              <a:rPr lang="ru-RU" dirty="0" err="1"/>
              <a:t>section</a:t>
            </a:r>
            <a:r>
              <a:rPr lang="ru-RU" dirty="0" smtClean="0"/>
              <a:t>&gt;  );}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622720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4. </a:t>
            </a:r>
            <a:r>
              <a:rPr lang="ru-RU" dirty="0" err="1" smtClean="0"/>
              <a:t>src</a:t>
            </a:r>
            <a:r>
              <a:rPr lang="ru-RU" dirty="0" smtClean="0"/>
              <a:t>/</a:t>
            </a:r>
            <a:r>
              <a:rPr lang="ru-RU" dirty="0" err="1" smtClean="0"/>
              <a:t>App.jsx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 smtClean="0"/>
              <a:t>Точка </a:t>
            </a:r>
            <a:r>
              <a:rPr lang="ru-RU" dirty="0"/>
              <a:t>входа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err="1" smtClean="0"/>
              <a:t>import</a:t>
            </a:r>
            <a:r>
              <a:rPr lang="ru-RU" dirty="0" smtClean="0"/>
              <a:t> React </a:t>
            </a:r>
            <a:r>
              <a:rPr lang="ru-RU" dirty="0" err="1" smtClean="0"/>
              <a:t>from</a:t>
            </a:r>
            <a:r>
              <a:rPr lang="ru-RU" dirty="0" smtClean="0"/>
              <a:t> '</a:t>
            </a:r>
            <a:r>
              <a:rPr lang="ru-RU" dirty="0" err="1" smtClean="0"/>
              <a:t>react</a:t>
            </a:r>
            <a:r>
              <a:rPr lang="ru-RU" dirty="0" smtClean="0"/>
              <a:t>';</a:t>
            </a:r>
            <a:endParaRPr lang="ru-RU" dirty="0"/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/>
              <a:t>{ </a:t>
            </a:r>
            <a:r>
              <a:rPr lang="en-US" dirty="0" err="1"/>
              <a:t>ProductList</a:t>
            </a:r>
            <a:r>
              <a:rPr lang="en-US" dirty="0"/>
              <a:t> } from './components/</a:t>
            </a:r>
            <a:r>
              <a:rPr lang="en-US" dirty="0" err="1"/>
              <a:t>ProductList</a:t>
            </a:r>
            <a:r>
              <a:rPr lang="en-US" dirty="0"/>
              <a:t>';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function App()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return (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&lt;main style={{ padding: '2rem', </a:t>
            </a:r>
            <a:r>
              <a:rPr lang="en-US" dirty="0" err="1"/>
              <a:t>maxWidth</a:t>
            </a:r>
            <a:r>
              <a:rPr lang="en-US" dirty="0"/>
              <a:t>: '1200px', margin: '0 auto', </a:t>
            </a:r>
            <a:r>
              <a:rPr lang="en-US" dirty="0" err="1"/>
              <a:t>fontFamily</a:t>
            </a:r>
            <a:r>
              <a:rPr lang="en-US" dirty="0"/>
              <a:t>: 'Arial, sans-serif' }}&gt;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&lt;h1 style={{ </a:t>
            </a:r>
            <a:r>
              <a:rPr lang="en-US" dirty="0" err="1"/>
              <a:t>marginBottom</a:t>
            </a:r>
            <a:r>
              <a:rPr lang="en-US" dirty="0"/>
              <a:t>: '1.5rem' }}&gt;</a:t>
            </a:r>
            <a:r>
              <a:rPr lang="ru-RU" dirty="0"/>
              <a:t>Каталог товаров</a:t>
            </a:r>
            <a:r>
              <a:rPr lang="en-US" dirty="0"/>
              <a:t>&lt;/h1&gt;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&lt;</a:t>
            </a:r>
            <a:r>
              <a:rPr lang="en-US" dirty="0" err="1"/>
              <a:t>ProductList</a:t>
            </a:r>
            <a:r>
              <a:rPr lang="en-US" dirty="0"/>
              <a:t> /&gt;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&lt;/main&gt;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export default App;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43668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Ш</a:t>
            </a:r>
            <a:r>
              <a:rPr lang="ru-RU" b="1" dirty="0" smtClean="0"/>
              <a:t>паргалка по терминам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ru-RU" b="1" dirty="0" smtClean="0"/>
              <a:t>«</a:t>
            </a:r>
            <a:r>
              <a:rPr lang="ru-RU" b="1" dirty="0" err="1" smtClean="0"/>
              <a:t>Vite</a:t>
            </a:r>
            <a:r>
              <a:rPr lang="ru-RU" b="1" dirty="0" smtClean="0"/>
              <a:t> </a:t>
            </a:r>
            <a:r>
              <a:rPr lang="ru-RU" b="1" dirty="0"/>
              <a:t>как сборщик»</a:t>
            </a:r>
            <a:r>
              <a:rPr lang="ru-RU" dirty="0"/>
              <a:t> — он быстрее CRA, сразу поддерживает ES-модули и HMR (горячую перезагрузку).</a:t>
            </a:r>
          </a:p>
          <a:p>
            <a:pPr lvl="0"/>
            <a:r>
              <a:rPr lang="ru-RU" b="1" dirty="0"/>
              <a:t>«Данные загружаются через </a:t>
            </a:r>
            <a:r>
              <a:rPr lang="ru-RU" b="1" dirty="0" err="1"/>
              <a:t>fetch</a:t>
            </a:r>
            <a:r>
              <a:rPr lang="ru-RU" b="1" dirty="0"/>
              <a:t> с </a:t>
            </a:r>
            <a:r>
              <a:rPr lang="ru-RU" b="1" dirty="0" err="1"/>
              <a:t>AbortController</a:t>
            </a:r>
            <a:r>
              <a:rPr lang="ru-RU" b="1" dirty="0"/>
              <a:t>»</a:t>
            </a:r>
            <a:r>
              <a:rPr lang="ru-RU" dirty="0"/>
              <a:t> — это предотвращает утечки памяти и ошибки «</a:t>
            </a:r>
            <a:r>
              <a:rPr lang="ru-RU" dirty="0" err="1"/>
              <a:t>update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unmounted</a:t>
            </a:r>
            <a:r>
              <a:rPr lang="ru-RU" dirty="0"/>
              <a:t> </a:t>
            </a:r>
            <a:r>
              <a:rPr lang="ru-RU" dirty="0" err="1"/>
              <a:t>component</a:t>
            </a:r>
            <a:r>
              <a:rPr lang="ru-RU" dirty="0"/>
              <a:t>», если пользователь быстро уйдёт со страницы.</a:t>
            </a:r>
          </a:p>
          <a:p>
            <a:pPr lvl="0"/>
            <a:r>
              <a:rPr lang="ru-RU" b="1" dirty="0"/>
              <a:t>«Фильтрация происходит на клиенте»</a:t>
            </a:r>
            <a:r>
              <a:rPr lang="ru-RU" dirty="0"/>
              <a:t> — для учебной задачи это оптимально, так как не требует </a:t>
            </a:r>
            <a:r>
              <a:rPr lang="ru-RU" dirty="0" err="1"/>
              <a:t>бэкенда</a:t>
            </a:r>
            <a:r>
              <a:rPr lang="ru-RU" dirty="0"/>
              <a:t>. В </a:t>
            </a:r>
            <a:r>
              <a:rPr lang="ru-RU" dirty="0" err="1"/>
              <a:t>продакшене</a:t>
            </a:r>
            <a:r>
              <a:rPr lang="ru-RU" dirty="0"/>
              <a:t> часть фильтрации перенесли бы на сервер.</a:t>
            </a:r>
          </a:p>
          <a:p>
            <a:pPr lvl="0"/>
            <a:r>
              <a:rPr lang="ru-RU" b="1" dirty="0"/>
              <a:t>«Использовал </a:t>
            </a:r>
            <a:r>
              <a:rPr lang="ru-RU" b="1" dirty="0" err="1"/>
              <a:t>Data</a:t>
            </a:r>
            <a:r>
              <a:rPr lang="ru-RU" b="1" dirty="0"/>
              <a:t> URI для заглушки картинки»</a:t>
            </a:r>
            <a:r>
              <a:rPr lang="ru-RU" dirty="0"/>
              <a:t> — показывает, что ты понимаешь, как работают URI и как вставлять SVG прямо в CSS без внешних файлов.</a:t>
            </a:r>
          </a:p>
          <a:p>
            <a:r>
              <a:rPr lang="ru-RU" b="1" dirty="0"/>
              <a:t>«Разделил компоненты на контейнер (</a:t>
            </a:r>
            <a:r>
              <a:rPr lang="ru-RU" b="1" dirty="0" err="1"/>
              <a:t>ProductList</a:t>
            </a:r>
            <a:r>
              <a:rPr lang="ru-RU" b="1" dirty="0"/>
              <a:t>) и презентационные (</a:t>
            </a:r>
            <a:r>
              <a:rPr lang="ru-RU" b="1" dirty="0" err="1"/>
              <a:t>ProductCard</a:t>
            </a:r>
            <a:r>
              <a:rPr lang="ru-RU" b="1" dirty="0"/>
              <a:t>, </a:t>
            </a:r>
            <a:r>
              <a:rPr lang="ru-RU" b="1" dirty="0" err="1"/>
              <a:t>Filters</a:t>
            </a:r>
            <a:r>
              <a:rPr lang="ru-RU" b="1" dirty="0"/>
              <a:t>)»</a:t>
            </a:r>
            <a:r>
              <a:rPr lang="ru-RU" dirty="0"/>
              <a:t> — это хорошая архитектура, которая упрощает тестирование.</a:t>
            </a:r>
          </a:p>
        </p:txBody>
      </p:sp>
    </p:spTree>
    <p:extLst>
      <p:ext uri="{BB962C8B-B14F-4D97-AF65-F5344CB8AC3E}">
        <p14:creationId xmlns="" xmlns:p14="http://schemas.microsoft.com/office/powerpoint/2010/main" val="1595919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Частые проблемы и решения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b="1" dirty="0" smtClean="0"/>
              <a:t>Ошибка </a:t>
            </a:r>
            <a:r>
              <a:rPr lang="ru-RU" b="1" dirty="0"/>
              <a:t>CORS?</a:t>
            </a:r>
            <a:r>
              <a:rPr lang="ru-RU" dirty="0"/>
              <a:t> С </a:t>
            </a:r>
            <a:r>
              <a:rPr lang="ru-RU" dirty="0" err="1"/>
              <a:t>fakestoreapi</a:t>
            </a:r>
            <a:r>
              <a:rPr lang="ru-RU" dirty="0"/>
              <a:t> её не будет, он разрешает CORS. Если будешь менять URL — помни про прокси в vite.config.js.</a:t>
            </a:r>
          </a:p>
          <a:p>
            <a:pPr lvl="0"/>
            <a:r>
              <a:rPr lang="ru-RU" dirty="0" err="1"/>
              <a:t>key</a:t>
            </a:r>
            <a:r>
              <a:rPr lang="ru-RU" b="1" dirty="0"/>
              <a:t> в списке?</a:t>
            </a:r>
            <a:r>
              <a:rPr lang="ru-RU" dirty="0"/>
              <a:t> Мы используем product.id — это правильно. Никогда не используй индекс массива (</a:t>
            </a:r>
            <a:r>
              <a:rPr lang="ru-RU" dirty="0" err="1"/>
              <a:t>index</a:t>
            </a:r>
            <a:r>
              <a:rPr lang="ru-RU" dirty="0"/>
              <a:t>) как ключ, если список может меняться.</a:t>
            </a:r>
          </a:p>
          <a:p>
            <a:pPr lvl="0"/>
            <a:r>
              <a:rPr lang="ru-RU" b="1" dirty="0"/>
              <a:t>Пропал импорт React?</a:t>
            </a:r>
            <a:r>
              <a:rPr lang="ru-RU" dirty="0"/>
              <a:t> В новых </a:t>
            </a:r>
            <a:r>
              <a:rPr lang="ru-RU" dirty="0" err="1"/>
              <a:t>Vite</a:t>
            </a:r>
            <a:r>
              <a:rPr lang="ru-RU" dirty="0"/>
              <a:t>-проектах в .</a:t>
            </a:r>
            <a:r>
              <a:rPr lang="ru-RU" dirty="0" err="1"/>
              <a:t>jsx</a:t>
            </a:r>
            <a:r>
              <a:rPr lang="ru-RU" dirty="0"/>
              <a:t> файлах иногда нужно явно писать </a:t>
            </a:r>
            <a:r>
              <a:rPr lang="ru-RU" dirty="0" err="1"/>
              <a:t>import</a:t>
            </a:r>
            <a:r>
              <a:rPr lang="ru-RU" dirty="0"/>
              <a:t> React </a:t>
            </a:r>
            <a:r>
              <a:rPr lang="ru-RU" dirty="0" err="1"/>
              <a:t>from</a:t>
            </a:r>
            <a:r>
              <a:rPr lang="ru-RU" dirty="0"/>
              <a:t> '</a:t>
            </a:r>
            <a:r>
              <a:rPr lang="ru-RU" dirty="0" err="1"/>
              <a:t>react</a:t>
            </a:r>
            <a:r>
              <a:rPr lang="ru-RU" dirty="0"/>
              <a:t>', даже если раньше работало без него. Добавь эту строчку в каждый компонент.</a:t>
            </a:r>
          </a:p>
          <a:p>
            <a:pPr lvl="0"/>
            <a:r>
              <a:rPr lang="ru-RU" b="1" dirty="0" err="1"/>
              <a:t>npm</a:t>
            </a:r>
            <a:r>
              <a:rPr lang="ru-RU" b="1" dirty="0"/>
              <a:t> </a:t>
            </a:r>
            <a:r>
              <a:rPr lang="ru-RU" b="1" dirty="0" err="1"/>
              <a:t>install</a:t>
            </a:r>
            <a:r>
              <a:rPr lang="ru-RU" b="1" dirty="0"/>
              <a:t> забыл?</a:t>
            </a:r>
            <a:r>
              <a:rPr lang="ru-RU" dirty="0"/>
              <a:t> Если при запуске видишь ошибки модулей — просто запусти </a:t>
            </a:r>
            <a:r>
              <a:rPr lang="ru-RU" dirty="0" err="1"/>
              <a:t>npm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 в папке проекта.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087946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Фильтрация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Ошибка показывается только после клика «Применить фильтры»</a:t>
            </a:r>
          </a:p>
          <a:p>
            <a:r>
              <a:rPr lang="ru-RU" dirty="0" smtClean="0"/>
              <a:t>Проверка </a:t>
            </a:r>
            <a:r>
              <a:rPr lang="ru-RU" dirty="0" err="1" smtClean="0"/>
              <a:t>min</a:t>
            </a:r>
            <a:r>
              <a:rPr lang="ru-RU" dirty="0" smtClean="0"/>
              <a:t> &lt; 0 и </a:t>
            </a:r>
            <a:r>
              <a:rPr lang="ru-RU" dirty="0" err="1" smtClean="0"/>
              <a:t>max</a:t>
            </a:r>
            <a:r>
              <a:rPr lang="ru-RU" dirty="0" smtClean="0"/>
              <a:t> &lt; 0 — выдают «Цена не может быть отрицательной»</a:t>
            </a:r>
          </a:p>
          <a:p>
            <a:r>
              <a:rPr lang="ru-RU" dirty="0" smtClean="0"/>
              <a:t>Категория тоже применяется по кнопке — единый паттерн</a:t>
            </a:r>
          </a:p>
          <a:p>
            <a:r>
              <a:rPr lang="ru-RU" dirty="0" smtClean="0"/>
              <a:t>Фильтры отправляются только если </a:t>
            </a:r>
            <a:r>
              <a:rPr lang="ru-RU" dirty="0" err="1" smtClean="0"/>
              <a:t>валидация</a:t>
            </a:r>
            <a:r>
              <a:rPr lang="ru-RU" dirty="0" smtClean="0"/>
              <a:t> прошла без ошибок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082402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Логика </a:t>
            </a:r>
            <a:r>
              <a:rPr lang="ru-RU" dirty="0" err="1" smtClean="0"/>
              <a:t>валидации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1.	Пользователь вводит значения → локальное состояние обновляется, но ошибки не показываются.</a:t>
            </a:r>
          </a:p>
          <a:p>
            <a:pPr marL="0" indent="0">
              <a:buNone/>
            </a:pPr>
            <a:r>
              <a:rPr lang="ru-RU" dirty="0" smtClean="0"/>
              <a:t>2.	Пользователь нажимает «Применить» → вызывается </a:t>
            </a:r>
            <a:r>
              <a:rPr lang="ru-RU" dirty="0" err="1" smtClean="0"/>
              <a:t>validate</a:t>
            </a:r>
            <a:r>
              <a:rPr lang="ru-RU" dirty="0" smtClean="0"/>
              <a:t>(), проверяются три условия:</a:t>
            </a:r>
          </a:p>
          <a:p>
            <a:pPr marL="0" indent="0">
              <a:buNone/>
            </a:pPr>
            <a:r>
              <a:rPr lang="ru-RU" dirty="0" smtClean="0"/>
              <a:t>o	отрицательная цена в поле «от»;</a:t>
            </a:r>
          </a:p>
          <a:p>
            <a:pPr marL="0" indent="0">
              <a:buNone/>
            </a:pPr>
            <a:r>
              <a:rPr lang="ru-RU" dirty="0" smtClean="0"/>
              <a:t>o	отрицательная цена в поле «до»;</a:t>
            </a:r>
          </a:p>
          <a:p>
            <a:pPr marL="0" indent="0">
              <a:buNone/>
            </a:pPr>
            <a:r>
              <a:rPr lang="ru-RU" dirty="0" smtClean="0"/>
              <a:t>o	</a:t>
            </a:r>
            <a:r>
              <a:rPr lang="ru-RU" dirty="0" err="1" smtClean="0"/>
              <a:t>min</a:t>
            </a:r>
            <a:r>
              <a:rPr lang="ru-RU" dirty="0" smtClean="0"/>
              <a:t> &gt; </a:t>
            </a:r>
            <a:r>
              <a:rPr lang="ru-RU" dirty="0" err="1" smtClean="0"/>
              <a:t>max</a:t>
            </a:r>
            <a:r>
              <a:rPr lang="ru-RU" dirty="0" smtClean="0"/>
              <a:t> (только если оба поля заполнены и неотрицательны).</a:t>
            </a:r>
          </a:p>
          <a:p>
            <a:pPr marL="0" indent="0">
              <a:buNone/>
            </a:pPr>
            <a:r>
              <a:rPr lang="ru-RU" dirty="0" smtClean="0"/>
              <a:t>3.	Если есть ошибки → они записываются в </a:t>
            </a:r>
            <a:r>
              <a:rPr lang="ru-RU" dirty="0" err="1" smtClean="0"/>
              <a:t>errors</a:t>
            </a:r>
            <a:r>
              <a:rPr lang="ru-RU" dirty="0" smtClean="0"/>
              <a:t>, фильтры не отправляются, поля подсвечиваются красным.</a:t>
            </a:r>
          </a:p>
          <a:p>
            <a:pPr marL="0" indent="0">
              <a:buNone/>
            </a:pPr>
            <a:r>
              <a:rPr lang="ru-RU" dirty="0" smtClean="0"/>
              <a:t>4.	Если ошибок нет → </a:t>
            </a:r>
            <a:r>
              <a:rPr lang="ru-RU" dirty="0" err="1" smtClean="0"/>
              <a:t>onFilterChange</a:t>
            </a:r>
            <a:r>
              <a:rPr lang="ru-RU" dirty="0" smtClean="0"/>
              <a:t> вызывается с новыми значениями, </a:t>
            </a:r>
            <a:r>
              <a:rPr lang="ru-RU" dirty="0" err="1" smtClean="0"/>
              <a:t>ProductList</a:t>
            </a:r>
            <a:r>
              <a:rPr lang="ru-RU" dirty="0" smtClean="0"/>
              <a:t> пересчитывает список.</a:t>
            </a:r>
          </a:p>
          <a:p>
            <a:pPr marL="0" indent="0">
              <a:buNone/>
            </a:pPr>
            <a:r>
              <a:rPr lang="ru-RU" dirty="0" smtClean="0"/>
              <a:t>5.	При исправлении поля → ошибка этого поля сбрасывается (пользователь видит, что изменение замечено), но новая ошибка не появится, пока снова не нажмёт «Применить».</a:t>
            </a:r>
          </a:p>
        </p:txBody>
      </p:sp>
    </p:spTree>
    <p:extLst>
      <p:ext uri="{BB962C8B-B14F-4D97-AF65-F5344CB8AC3E}">
        <p14:creationId xmlns="" xmlns:p14="http://schemas.microsoft.com/office/powerpoint/2010/main" val="659991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Пояснения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51295"/>
            <a:ext cx="10515600" cy="47256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/>
              <a:t>•	</a:t>
            </a:r>
            <a:r>
              <a:rPr lang="ru-RU" b="1" dirty="0" smtClean="0"/>
              <a:t>Компонентная архитектура</a:t>
            </a:r>
            <a:r>
              <a:rPr lang="ru-RU" dirty="0" smtClean="0"/>
              <a:t>: </a:t>
            </a:r>
            <a:r>
              <a:rPr lang="ru-RU" dirty="0" err="1" smtClean="0"/>
              <a:t>ProductList</a:t>
            </a:r>
            <a:r>
              <a:rPr lang="ru-RU" dirty="0" smtClean="0"/>
              <a:t> — контейнер (логика + состояние), </a:t>
            </a:r>
            <a:r>
              <a:rPr lang="ru-RU" dirty="0" err="1" smtClean="0"/>
              <a:t>ProductCard</a:t>
            </a:r>
            <a:r>
              <a:rPr lang="ru-RU" dirty="0" smtClean="0"/>
              <a:t> — презентационный (только отображение), </a:t>
            </a:r>
            <a:r>
              <a:rPr lang="ru-RU" dirty="0" err="1" smtClean="0"/>
              <a:t>Filters</a:t>
            </a:r>
            <a:r>
              <a:rPr lang="ru-RU" dirty="0" smtClean="0"/>
              <a:t> — UI-контроль.</a:t>
            </a:r>
          </a:p>
          <a:p>
            <a:pPr marL="0" indent="0">
              <a:buNone/>
            </a:pPr>
            <a:r>
              <a:rPr lang="ru-RU" dirty="0" smtClean="0"/>
              <a:t>•	</a:t>
            </a:r>
            <a:r>
              <a:rPr lang="ru-RU" b="1" dirty="0" smtClean="0"/>
              <a:t>Жизненный цикл: </a:t>
            </a:r>
            <a:r>
              <a:rPr lang="ru-RU" dirty="0" err="1" smtClean="0"/>
              <a:t>useEffect</a:t>
            </a:r>
            <a:r>
              <a:rPr lang="ru-RU" dirty="0" smtClean="0"/>
              <a:t> с пустым массивом — загрузка при монтировании; второй </a:t>
            </a:r>
            <a:r>
              <a:rPr lang="ru-RU" dirty="0" err="1" smtClean="0"/>
              <a:t>useEffect</a:t>
            </a:r>
            <a:r>
              <a:rPr lang="ru-RU" dirty="0" smtClean="0"/>
              <a:t> — пересчёт отфильтрованного списка при изменении данных или фильтров.</a:t>
            </a:r>
          </a:p>
          <a:p>
            <a:pPr marL="0" indent="0">
              <a:buNone/>
            </a:pPr>
            <a:r>
              <a:rPr lang="ru-RU" dirty="0" smtClean="0"/>
              <a:t>•	</a:t>
            </a:r>
            <a:r>
              <a:rPr lang="ru-RU" b="1" dirty="0" smtClean="0"/>
              <a:t>Асинхронные запросы: </a:t>
            </a:r>
            <a:r>
              <a:rPr lang="ru-RU" dirty="0" err="1" smtClean="0"/>
              <a:t>fetch</a:t>
            </a:r>
            <a:r>
              <a:rPr lang="ru-RU" dirty="0" smtClean="0"/>
              <a:t> + </a:t>
            </a:r>
            <a:r>
              <a:rPr lang="ru-RU" dirty="0" err="1" smtClean="0"/>
              <a:t>AbortController</a:t>
            </a:r>
            <a:r>
              <a:rPr lang="ru-RU" dirty="0" smtClean="0"/>
              <a:t> — защита от обновления состояния на размонтированном компоненте и отмена запроса.</a:t>
            </a:r>
          </a:p>
          <a:p>
            <a:pPr marL="0" indent="0">
              <a:buNone/>
            </a:pPr>
            <a:r>
              <a:rPr lang="ru-RU" dirty="0" smtClean="0"/>
              <a:t>•	</a:t>
            </a:r>
            <a:r>
              <a:rPr lang="ru-RU" b="1" dirty="0" smtClean="0"/>
              <a:t>Обработка ошибок: </a:t>
            </a:r>
            <a:r>
              <a:rPr lang="ru-RU" dirty="0" smtClean="0"/>
              <a:t>состояния </a:t>
            </a:r>
            <a:r>
              <a:rPr lang="ru-RU" dirty="0" err="1" smtClean="0"/>
              <a:t>loading</a:t>
            </a:r>
            <a:r>
              <a:rPr lang="ru-RU" dirty="0" smtClean="0"/>
              <a:t> и </a:t>
            </a:r>
            <a:r>
              <a:rPr lang="ru-RU" dirty="0" err="1" smtClean="0"/>
              <a:t>error</a:t>
            </a:r>
            <a:r>
              <a:rPr lang="ru-RU" dirty="0" smtClean="0"/>
              <a:t>, проверка </a:t>
            </a:r>
            <a:r>
              <a:rPr lang="ru-RU" dirty="0" err="1" smtClean="0"/>
              <a:t>res.ok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•	</a:t>
            </a:r>
            <a:r>
              <a:rPr lang="ru-RU" b="1" dirty="0" smtClean="0"/>
              <a:t>Фильтрация: </a:t>
            </a:r>
            <a:r>
              <a:rPr lang="ru-RU" dirty="0" smtClean="0"/>
              <a:t>простая логика на JS-массивах, </a:t>
            </a:r>
            <a:r>
              <a:rPr lang="ru-RU" dirty="0" err="1" smtClean="0"/>
              <a:t>filter</a:t>
            </a:r>
            <a:r>
              <a:rPr lang="ru-RU" dirty="0" smtClean="0"/>
              <a:t>().</a:t>
            </a:r>
          </a:p>
          <a:p>
            <a:pPr marL="0" indent="0">
              <a:buNone/>
            </a:pPr>
            <a:r>
              <a:rPr lang="ru-RU" b="1" dirty="0" smtClean="0"/>
              <a:t>Частые ошибки, которые стоит заранее предупредить</a:t>
            </a:r>
          </a:p>
          <a:p>
            <a:pPr marL="0" indent="0">
              <a:buNone/>
            </a:pPr>
            <a:r>
              <a:rPr lang="ru-RU" dirty="0" smtClean="0"/>
              <a:t>•	Запуск </a:t>
            </a:r>
            <a:r>
              <a:rPr lang="ru-RU" dirty="0" err="1" smtClean="0"/>
              <a:t>fetch</a:t>
            </a:r>
            <a:r>
              <a:rPr lang="ru-RU" dirty="0" smtClean="0"/>
              <a:t> прямо в теле компонента → запрос будет выполняться при каждом рендере.</a:t>
            </a:r>
          </a:p>
          <a:p>
            <a:pPr marL="0" indent="0">
              <a:buNone/>
            </a:pPr>
            <a:r>
              <a:rPr lang="ru-RU" dirty="0" smtClean="0"/>
              <a:t>•	Отсутствие проверки </a:t>
            </a:r>
            <a:r>
              <a:rPr lang="ru-RU" dirty="0" err="1" smtClean="0"/>
              <a:t>res.ok</a:t>
            </a:r>
            <a:r>
              <a:rPr lang="ru-RU" dirty="0" smtClean="0"/>
              <a:t> → 404/500 не считаются ошибкой в </a:t>
            </a:r>
            <a:r>
              <a:rPr lang="ru-RU" dirty="0" err="1" smtClean="0"/>
              <a:t>fetch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•	Неочищенный </a:t>
            </a:r>
            <a:r>
              <a:rPr lang="ru-RU" dirty="0" err="1" smtClean="0"/>
              <a:t>useEffect</a:t>
            </a:r>
            <a:r>
              <a:rPr lang="ru-RU" dirty="0" smtClean="0"/>
              <a:t> → утечки памяти, обновление состояния после размонтирования.</a:t>
            </a:r>
          </a:p>
          <a:p>
            <a:pPr marL="0" indent="0">
              <a:buNone/>
            </a:pPr>
            <a:r>
              <a:rPr lang="ru-RU" dirty="0" smtClean="0"/>
              <a:t>•	Использование индекса массива как </a:t>
            </a:r>
            <a:r>
              <a:rPr lang="ru-RU" dirty="0" err="1" smtClean="0"/>
              <a:t>key</a:t>
            </a:r>
            <a:r>
              <a:rPr lang="ru-RU" dirty="0" smtClean="0"/>
              <a:t> в списке → React будет некорректно обновлять DOM.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18046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Задания для самостоятельной работы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Несколько </a:t>
            </a:r>
            <a:r>
              <a:rPr lang="ru-RU" b="1" dirty="0"/>
              <a:t>товаров</a:t>
            </a:r>
            <a:r>
              <a:rPr lang="ru-RU" dirty="0"/>
              <a:t> — добавьте возможность ввести список из нескольких </a:t>
            </a:r>
            <a:r>
              <a:rPr lang="en-US" dirty="0" smtClean="0"/>
              <a:t> </a:t>
            </a:r>
            <a:r>
              <a:rPr lang="ru-RU" dirty="0" smtClean="0"/>
              <a:t>выбранных  категорий товаров (массив </a:t>
            </a:r>
            <a:r>
              <a:rPr lang="ru-RU" dirty="0"/>
              <a:t>в </a:t>
            </a:r>
            <a:r>
              <a:rPr lang="ru-RU" dirty="0" err="1" smtClean="0"/>
              <a:t>useState</a:t>
            </a:r>
            <a:r>
              <a:rPr lang="ru-RU" dirty="0" smtClean="0"/>
              <a:t>)</a:t>
            </a:r>
            <a:r>
              <a:rPr lang="ru-RU" dirty="0" smtClean="0"/>
              <a:t>.</a:t>
            </a:r>
            <a:endParaRPr lang="ru-RU" dirty="0"/>
          </a:p>
          <a:p>
            <a:pPr lvl="0"/>
            <a:r>
              <a:rPr lang="ru-RU" b="1" smtClean="0"/>
              <a:t>Установка значений </a:t>
            </a:r>
            <a:r>
              <a:rPr lang="ru-RU" b="1" dirty="0" smtClean="0"/>
              <a:t>стоимостей мин. и макс.</a:t>
            </a:r>
            <a:r>
              <a:rPr lang="ru-RU" dirty="0" smtClean="0"/>
              <a:t>— </a:t>
            </a:r>
            <a:r>
              <a:rPr lang="ru-RU" dirty="0"/>
              <a:t>добавьте ползунок (</a:t>
            </a:r>
            <a:r>
              <a:rPr lang="ru-RU" dirty="0" err="1"/>
              <a:t>range</a:t>
            </a:r>
            <a:r>
              <a:rPr lang="ru-RU" dirty="0"/>
              <a:t> </a:t>
            </a:r>
            <a:r>
              <a:rPr lang="ru-RU" dirty="0" err="1"/>
              <a:t>input</a:t>
            </a:r>
            <a:r>
              <a:rPr lang="ru-RU" dirty="0"/>
              <a:t>) для ручной корректировки </a:t>
            </a:r>
            <a:r>
              <a:rPr lang="ru-RU" dirty="0" smtClean="0"/>
              <a:t>в полях как минимальной так и максимальной стоимости в фильтре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3989731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1282</Words>
  <Application>Microsoft Office PowerPoint</Application>
  <PresentationFormat>Произвольный</PresentationFormat>
  <Paragraphs>313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Лабораторная работа 5 «Список товаров с фильтрами»</vt:lpstr>
      <vt:lpstr>Цель лабораторной </vt:lpstr>
      <vt:lpstr>Слайд 3</vt:lpstr>
      <vt:lpstr>Подготовка проекта (Vite) </vt:lpstr>
      <vt:lpstr>1. src/components/Filters.jsx</vt:lpstr>
      <vt:lpstr>src/components/Filters.jsx</vt:lpstr>
      <vt:lpstr>src/components/Filters.jsx</vt:lpstr>
      <vt:lpstr>src/components/Filters.jsx</vt:lpstr>
      <vt:lpstr>src/components/Filters.jsx</vt:lpstr>
      <vt:lpstr>src/components/Filters.jsx</vt:lpstr>
      <vt:lpstr>2. src/components/ProductCard.jsx</vt:lpstr>
      <vt:lpstr>3. src/components/ProductList.jsx </vt:lpstr>
      <vt:lpstr> src/components/ProductList.jsx  </vt:lpstr>
      <vt:lpstr>src/components/ProductList.jsx </vt:lpstr>
      <vt:lpstr>src/components/ProductList.jsx</vt:lpstr>
      <vt:lpstr>src/components/ProductList.jsx</vt:lpstr>
      <vt:lpstr>4. src/App.jsx </vt:lpstr>
      <vt:lpstr>Шпаргалка по терминам</vt:lpstr>
      <vt:lpstr>Частые проблемы и решения </vt:lpstr>
      <vt:lpstr>Фильтрация</vt:lpstr>
      <vt:lpstr>Логика валидации </vt:lpstr>
      <vt:lpstr>Пояснения</vt:lpstr>
      <vt:lpstr>Задания для самостоятельной работы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5 «Список товаров с фильтрами»</dc:title>
  <dc:creator>Alexander Agafonov</dc:creator>
  <cp:lastModifiedBy>Agafonov</cp:lastModifiedBy>
  <cp:revision>17</cp:revision>
  <dcterms:created xsi:type="dcterms:W3CDTF">2026-09-22T09:21:17Z</dcterms:created>
  <dcterms:modified xsi:type="dcterms:W3CDTF">2026-09-25T08:44:21Z</dcterms:modified>
</cp:coreProperties>
</file>